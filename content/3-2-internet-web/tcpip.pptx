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2"/>
  </p:notesMasterIdLst>
  <p:sldIdLst>
    <p:sldId id="267" r:id="rId2"/>
    <p:sldId id="277" r:id="rId3"/>
    <p:sldId id="271" r:id="rId4"/>
    <p:sldId id="268" r:id="rId5"/>
    <p:sldId id="273" r:id="rId6"/>
    <p:sldId id="276" r:id="rId7"/>
    <p:sldId id="278" r:id="rId8"/>
    <p:sldId id="269" r:id="rId9"/>
    <p:sldId id="270" r:id="rId10"/>
    <p:sldId id="272" r:id="rId11"/>
  </p:sldIdLst>
  <p:sldSz cx="12192000" cy="6858000"/>
  <p:notesSz cx="6797675" cy="9926638"/>
  <p:embeddedFontLst>
    <p:embeddedFont>
      <p:font typeface="Noto Sans" panose="020B0502040504020204" pitchFamily="34" charset="0"/>
      <p:regular r:id="rId13"/>
      <p:bold r:id="rId14"/>
      <p:italic r:id="rId15"/>
      <p:boldItalic r:id="rId16"/>
    </p:embeddedFont>
    <p:embeddedFont>
      <p:font typeface="Noto Serif" panose="02020600060500020200" pitchFamily="18" charset="0"/>
      <p:regular r:id="rId17"/>
      <p:bold r:id="rId18"/>
      <p:italic r:id="rId19"/>
      <p:boldItalic r:id="rId20"/>
    </p:embeddedFont>
    <p:embeddedFont>
      <p:font typeface="Oswald Medium" panose="00000600000000000000" pitchFamily="2" charset="0"/>
      <p:regular r:id="rId21"/>
      <p:bold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D050A5"/>
    <a:srgbClr val="C00000"/>
    <a:srgbClr val="FF9E01"/>
    <a:srgbClr val="B48900"/>
    <a:srgbClr val="00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5B741-DEC7-48AA-BE1F-E2D280B65C10}" v="243" dt="2023-07-11T11:10:21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100" y="2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Chéhab" userId="ffa11e10dcae9352" providerId="LiveId" clId="{3AE8A918-501D-4B6F-AED5-6E863601D152}"/>
    <pc:docChg chg="undo custSel addSld delSld modSld sldOrd">
      <pc:chgData name="Marc Chéhab" userId="ffa11e10dcae9352" providerId="LiveId" clId="{3AE8A918-501D-4B6F-AED5-6E863601D152}" dt="2023-06-15T11:06:12.992" v="788" actId="47"/>
      <pc:docMkLst>
        <pc:docMk/>
      </pc:docMkLst>
      <pc:sldChg chg="del">
        <pc:chgData name="Marc Chéhab" userId="ffa11e10dcae9352" providerId="LiveId" clId="{3AE8A918-501D-4B6F-AED5-6E863601D152}" dt="2023-06-15T07:38:50.680" v="1" actId="47"/>
        <pc:sldMkLst>
          <pc:docMk/>
          <pc:sldMk cId="500330876" sldId="260"/>
        </pc:sldMkLst>
      </pc:sldChg>
      <pc:sldChg chg="del">
        <pc:chgData name="Marc Chéhab" userId="ffa11e10dcae9352" providerId="LiveId" clId="{3AE8A918-501D-4B6F-AED5-6E863601D152}" dt="2023-06-15T07:38:50.680" v="1" actId="47"/>
        <pc:sldMkLst>
          <pc:docMk/>
          <pc:sldMk cId="4184531412" sldId="261"/>
        </pc:sldMkLst>
      </pc:sldChg>
      <pc:sldChg chg="del">
        <pc:chgData name="Marc Chéhab" userId="ffa11e10dcae9352" providerId="LiveId" clId="{3AE8A918-501D-4B6F-AED5-6E863601D152}" dt="2023-06-15T07:38:44.911" v="0" actId="47"/>
        <pc:sldMkLst>
          <pc:docMk/>
          <pc:sldMk cId="1000815640" sldId="262"/>
        </pc:sldMkLst>
      </pc:sldChg>
      <pc:sldChg chg="del">
        <pc:chgData name="Marc Chéhab" userId="ffa11e10dcae9352" providerId="LiveId" clId="{3AE8A918-501D-4B6F-AED5-6E863601D152}" dt="2023-06-15T11:06:12.992" v="788" actId="47"/>
        <pc:sldMkLst>
          <pc:docMk/>
          <pc:sldMk cId="79851547" sldId="263"/>
        </pc:sldMkLst>
      </pc:sldChg>
      <pc:sldChg chg="del">
        <pc:chgData name="Marc Chéhab" userId="ffa11e10dcae9352" providerId="LiveId" clId="{3AE8A918-501D-4B6F-AED5-6E863601D152}" dt="2023-06-15T07:38:50.680" v="1" actId="47"/>
        <pc:sldMkLst>
          <pc:docMk/>
          <pc:sldMk cId="920804395" sldId="264"/>
        </pc:sldMkLst>
      </pc:sldChg>
      <pc:sldChg chg="del">
        <pc:chgData name="Marc Chéhab" userId="ffa11e10dcae9352" providerId="LiveId" clId="{3AE8A918-501D-4B6F-AED5-6E863601D152}" dt="2023-06-15T11:06:12.992" v="788" actId="47"/>
        <pc:sldMkLst>
          <pc:docMk/>
          <pc:sldMk cId="861478709" sldId="266"/>
        </pc:sldMkLst>
      </pc:sldChg>
      <pc:sldChg chg="addSp delSp modSp new mod ord">
        <pc:chgData name="Marc Chéhab" userId="ffa11e10dcae9352" providerId="LiveId" clId="{3AE8A918-501D-4B6F-AED5-6E863601D152}" dt="2023-06-15T11:06:00.445" v="787" actId="207"/>
        <pc:sldMkLst>
          <pc:docMk/>
          <pc:sldMk cId="1009380545" sldId="267"/>
        </pc:sldMkLst>
        <pc:spChg chg="mod">
          <ac:chgData name="Marc Chéhab" userId="ffa11e10dcae9352" providerId="LiveId" clId="{3AE8A918-501D-4B6F-AED5-6E863601D152}" dt="2023-06-15T08:03:02.686" v="40" actId="1076"/>
          <ac:spMkLst>
            <pc:docMk/>
            <pc:sldMk cId="1009380545" sldId="267"/>
            <ac:spMk id="2" creationId="{8204A62C-0A61-77E6-88D5-7607EB49CEA5}"/>
          </ac:spMkLst>
        </pc:spChg>
        <pc:spChg chg="del mod">
          <ac:chgData name="Marc Chéhab" userId="ffa11e10dcae9352" providerId="LiveId" clId="{3AE8A918-501D-4B6F-AED5-6E863601D152}" dt="2023-06-15T08:01:10.694" v="37" actId="478"/>
          <ac:spMkLst>
            <pc:docMk/>
            <pc:sldMk cId="1009380545" sldId="267"/>
            <ac:spMk id="3" creationId="{43B4ECCA-451F-ED2D-AF97-E9F3BB9BEB2C}"/>
          </ac:spMkLst>
        </pc:spChg>
        <pc:spChg chg="del">
          <ac:chgData name="Marc Chéhab" userId="ffa11e10dcae9352" providerId="LiveId" clId="{3AE8A918-501D-4B6F-AED5-6E863601D152}" dt="2023-06-15T08:02:56.477" v="38" actId="478"/>
          <ac:spMkLst>
            <pc:docMk/>
            <pc:sldMk cId="1009380545" sldId="267"/>
            <ac:spMk id="4" creationId="{562C5E7A-5695-977B-24F2-B09073C6FEAE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5" creationId="{573C83A9-FBF4-6219-9E0B-9916D7C48FE1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6" creationId="{F9946597-7D9C-8969-F86C-F83C95C6E77A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7" creationId="{CD0EF406-1AC6-1E8F-52DE-602F762BEA7C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8" creationId="{3DCE8B7A-8C43-BED9-BC39-A84BA260DE8D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9" creationId="{51B78EBE-0298-C184-05B7-95FC2292553B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0" creationId="{16160FB2-5EE8-E4ED-0AE4-EF7C87C9D061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1" creationId="{84E29776-5F90-DC84-E4E0-96D62693B2C4}"/>
          </ac:spMkLst>
        </pc:spChg>
        <pc:spChg chg="add mod or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2" creationId="{BF15527C-2409-F1D9-0B00-86CFAEDB5025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3" creationId="{762D0A34-42DC-7F2A-897A-AA930303B639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4" creationId="{0F009A21-B710-E132-A733-7A42E128AA2A}"/>
          </ac:spMkLst>
        </pc:spChg>
        <pc:spChg chg="add mo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5" creationId="{E14F12F6-B68B-AEFD-0382-41F25526E55B}"/>
          </ac:spMkLst>
        </pc:spChg>
        <pc:spChg chg="add mod or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16" creationId="{49A03FB6-9A4B-AA6F-13CF-B2BEC7B25136}"/>
          </ac:spMkLst>
        </pc:spChg>
        <pc:spChg chg="add del mod">
          <ac:chgData name="Marc Chéhab" userId="ffa11e10dcae9352" providerId="LiveId" clId="{3AE8A918-501D-4B6F-AED5-6E863601D152}" dt="2023-06-15T08:14:26.664" v="117"/>
          <ac:spMkLst>
            <pc:docMk/>
            <pc:sldMk cId="1009380545" sldId="267"/>
            <ac:spMk id="17" creationId="{133D6A01-F89B-3AB2-4C17-789ADA5B8475}"/>
          </ac:spMkLst>
        </pc:spChg>
        <pc:spChg chg="add del mod">
          <ac:chgData name="Marc Chéhab" userId="ffa11e10dcae9352" providerId="LiveId" clId="{3AE8A918-501D-4B6F-AED5-6E863601D152}" dt="2023-06-15T08:14:26.664" v="117"/>
          <ac:spMkLst>
            <pc:docMk/>
            <pc:sldMk cId="1009380545" sldId="267"/>
            <ac:spMk id="18" creationId="{CC2DFD26-C418-3B92-0626-2B5A768CD919}"/>
          </ac:spMkLst>
        </pc:spChg>
        <pc:spChg chg="add del mod">
          <ac:chgData name="Marc Chéhab" userId="ffa11e10dcae9352" providerId="LiveId" clId="{3AE8A918-501D-4B6F-AED5-6E863601D152}" dt="2023-06-15T08:14:26.664" v="117"/>
          <ac:spMkLst>
            <pc:docMk/>
            <pc:sldMk cId="1009380545" sldId="267"/>
            <ac:spMk id="19" creationId="{55CC5F6E-8FB7-5488-469C-7FCF5A09C912}"/>
          </ac:spMkLst>
        </pc:spChg>
        <pc:spChg chg="add del mod">
          <ac:chgData name="Marc Chéhab" userId="ffa11e10dcae9352" providerId="LiveId" clId="{3AE8A918-501D-4B6F-AED5-6E863601D152}" dt="2023-06-15T08:14:26.664" v="117"/>
          <ac:spMkLst>
            <pc:docMk/>
            <pc:sldMk cId="1009380545" sldId="267"/>
            <ac:spMk id="20" creationId="{86CAF696-335C-B7E1-2827-EC8D0D90BB68}"/>
          </ac:spMkLst>
        </pc:spChg>
        <pc:spChg chg="add mod ord">
          <ac:chgData name="Marc Chéhab" userId="ffa11e10dcae9352" providerId="LiveId" clId="{3AE8A918-501D-4B6F-AED5-6E863601D152}" dt="2023-06-15T08:25:21.043" v="367" actId="1076"/>
          <ac:spMkLst>
            <pc:docMk/>
            <pc:sldMk cId="1009380545" sldId="267"/>
            <ac:spMk id="21" creationId="{7380EA03-D33B-0635-BA96-644A1D91E2C3}"/>
          </ac:spMkLst>
        </pc:spChg>
        <pc:spChg chg="add mod">
          <ac:chgData name="Marc Chéhab" userId="ffa11e10dcae9352" providerId="LiveId" clId="{3AE8A918-501D-4B6F-AED5-6E863601D152}" dt="2023-06-15T11:06:00.445" v="787" actId="207"/>
          <ac:spMkLst>
            <pc:docMk/>
            <pc:sldMk cId="1009380545" sldId="267"/>
            <ac:spMk id="22" creationId="{DB93A3FF-F53D-FDEF-053F-B93216632D69}"/>
          </ac:spMkLst>
        </pc:spChg>
        <pc:spChg chg="add mod">
          <ac:chgData name="Marc Chéhab" userId="ffa11e10dcae9352" providerId="LiveId" clId="{3AE8A918-501D-4B6F-AED5-6E863601D152}" dt="2023-06-15T08:28:11.815" v="624" actId="1076"/>
          <ac:spMkLst>
            <pc:docMk/>
            <pc:sldMk cId="1009380545" sldId="267"/>
            <ac:spMk id="23" creationId="{E99D18E3-DB98-B5F0-EFDD-DE100CB30DFE}"/>
          </ac:spMkLst>
        </pc:spChg>
        <pc:spChg chg="add mod">
          <ac:chgData name="Marc Chéhab" userId="ffa11e10dcae9352" providerId="LiveId" clId="{3AE8A918-501D-4B6F-AED5-6E863601D152}" dt="2023-06-15T08:32:15.609" v="701" actId="20577"/>
          <ac:spMkLst>
            <pc:docMk/>
            <pc:sldMk cId="1009380545" sldId="267"/>
            <ac:spMk id="24" creationId="{C2C6CD7D-426B-77CF-8BBF-D30ABD6BC9F1}"/>
          </ac:spMkLst>
        </pc:spChg>
        <pc:spChg chg="add mod">
          <ac:chgData name="Marc Chéhab" userId="ffa11e10dcae9352" providerId="LiveId" clId="{3AE8A918-501D-4B6F-AED5-6E863601D152}" dt="2023-06-15T08:33:54.040" v="786" actId="20577"/>
          <ac:spMkLst>
            <pc:docMk/>
            <pc:sldMk cId="1009380545" sldId="267"/>
            <ac:spMk id="25" creationId="{B7A5CFD1-E583-7D7C-89E6-E0BBB339E703}"/>
          </ac:spMkLst>
        </pc:spChg>
      </pc:sldChg>
      <pc:sldChg chg="del">
        <pc:chgData name="Marc Chéhab" userId="ffa11e10dcae9352" providerId="LiveId" clId="{3AE8A918-501D-4B6F-AED5-6E863601D152}" dt="2023-06-15T07:38:50.680" v="1" actId="47"/>
        <pc:sldMkLst>
          <pc:docMk/>
          <pc:sldMk cId="2813193051" sldId="267"/>
        </pc:sldMkLst>
      </pc:sldChg>
    </pc:docChg>
  </pc:docChgLst>
  <pc:docChgLst>
    <pc:chgData name="Marc Chéhab" userId="ffa11e10dcae9352" providerId="LiveId" clId="{B825B741-DEC7-48AA-BE1F-E2D280B65C10}"/>
    <pc:docChg chg="undo custSel addSld delSld modSld sldOrd">
      <pc:chgData name="Marc Chéhab" userId="ffa11e10dcae9352" providerId="LiveId" clId="{B825B741-DEC7-48AA-BE1F-E2D280B65C10}" dt="2023-07-11T11:12:30.941" v="1712"/>
      <pc:docMkLst>
        <pc:docMk/>
      </pc:docMkLst>
      <pc:sldChg chg="addSp delSp modSp mod ord modTransition modAnim">
        <pc:chgData name="Marc Chéhab" userId="ffa11e10dcae9352" providerId="LiveId" clId="{B825B741-DEC7-48AA-BE1F-E2D280B65C10}" dt="2023-07-11T09:34:26.868" v="1349"/>
        <pc:sldMkLst>
          <pc:docMk/>
          <pc:sldMk cId="1009380545" sldId="267"/>
        </pc:sldMkLst>
        <pc:spChg chg="add mod">
          <ac:chgData name="Marc Chéhab" userId="ffa11e10dcae9352" providerId="LiveId" clId="{B825B741-DEC7-48AA-BE1F-E2D280B65C10}" dt="2023-07-04T05:03:22.518" v="384" actId="20577"/>
          <ac:spMkLst>
            <pc:docMk/>
            <pc:sldMk cId="1009380545" sldId="267"/>
            <ac:spMk id="3" creationId="{2E2A93B1-FF9E-C4EC-506A-687B393CA34F}"/>
          </ac:spMkLst>
        </pc:spChg>
        <pc:spChg chg="mod">
          <ac:chgData name="Marc Chéhab" userId="ffa11e10dcae9352" providerId="LiveId" clId="{B825B741-DEC7-48AA-BE1F-E2D280B65C10}" dt="2023-07-04T05:13:37.519" v="442" actId="20577"/>
          <ac:spMkLst>
            <pc:docMk/>
            <pc:sldMk cId="1009380545" sldId="267"/>
            <ac:spMk id="21" creationId="{7380EA03-D33B-0635-BA96-644A1D91E2C3}"/>
          </ac:spMkLst>
        </pc:spChg>
        <pc:spChg chg="mod">
          <ac:chgData name="Marc Chéhab" userId="ffa11e10dcae9352" providerId="LiveId" clId="{B825B741-DEC7-48AA-BE1F-E2D280B65C10}" dt="2023-07-04T05:01:11.918" v="231" actId="20577"/>
          <ac:spMkLst>
            <pc:docMk/>
            <pc:sldMk cId="1009380545" sldId="267"/>
            <ac:spMk id="24" creationId="{C2C6CD7D-426B-77CF-8BBF-D30ABD6BC9F1}"/>
          </ac:spMkLst>
        </pc:spChg>
        <pc:spChg chg="mod">
          <ac:chgData name="Marc Chéhab" userId="ffa11e10dcae9352" providerId="LiveId" clId="{B825B741-DEC7-48AA-BE1F-E2D280B65C10}" dt="2023-07-04T05:01:27.837" v="244" actId="20577"/>
          <ac:spMkLst>
            <pc:docMk/>
            <pc:sldMk cId="1009380545" sldId="267"/>
            <ac:spMk id="25" creationId="{B7A5CFD1-E583-7D7C-89E6-E0BBB339E703}"/>
          </ac:spMkLst>
        </pc:spChg>
        <pc:picChg chg="add del mod">
          <ac:chgData name="Marc Chéhab" userId="ffa11e10dcae9352" providerId="LiveId" clId="{B825B741-DEC7-48AA-BE1F-E2D280B65C10}" dt="2023-07-11T09:18:35.337" v="1009" actId="21"/>
          <ac:picMkLst>
            <pc:docMk/>
            <pc:sldMk cId="1009380545" sldId="267"/>
            <ac:picMk id="17" creationId="{A53C1D55-DF3C-4DBE-76E8-1B4978FA2F9C}"/>
          </ac:picMkLst>
        </pc:picChg>
      </pc:sldChg>
      <pc:sldChg chg="addSp delSp modSp new mod ord modTransition delAnim modAnim">
        <pc:chgData name="Marc Chéhab" userId="ffa11e10dcae9352" providerId="LiveId" clId="{B825B741-DEC7-48AA-BE1F-E2D280B65C10}" dt="2023-07-11T11:01:30.219" v="1474"/>
        <pc:sldMkLst>
          <pc:docMk/>
          <pc:sldMk cId="1428585479" sldId="268"/>
        </pc:sldMkLst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2" creationId="{919E4D4C-DEAB-D778-D589-4CC7D99609CD}"/>
          </ac:spMkLst>
        </pc:spChg>
        <pc:spChg chg="del mod">
          <ac:chgData name="Marc Chéhab" userId="ffa11e10dcae9352" providerId="LiveId" clId="{B825B741-DEC7-48AA-BE1F-E2D280B65C10}" dt="2023-07-04T05:12:04.136" v="412" actId="478"/>
          <ac:spMkLst>
            <pc:docMk/>
            <pc:sldMk cId="1428585479" sldId="268"/>
            <ac:spMk id="2" creationId="{A4D10AA1-B463-A91D-EC1C-0A199E6FA995}"/>
          </ac:spMkLst>
        </pc:spChg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3" creationId="{1535F62C-17D7-D927-8978-3B7765FD01ED}"/>
          </ac:spMkLst>
        </pc:spChg>
        <pc:spChg chg="del">
          <ac:chgData name="Marc Chéhab" userId="ffa11e10dcae9352" providerId="LiveId" clId="{B825B741-DEC7-48AA-BE1F-E2D280B65C10}" dt="2023-07-04T05:11:50.566" v="409" actId="478"/>
          <ac:spMkLst>
            <pc:docMk/>
            <pc:sldMk cId="1428585479" sldId="268"/>
            <ac:spMk id="3" creationId="{7BEAE186-4745-DD5C-B72C-D7FEB918EC7A}"/>
          </ac:spMkLst>
        </pc:spChg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4" creationId="{05907E82-82B7-9F55-1F08-E2BB82C04915}"/>
          </ac:spMkLst>
        </pc:spChg>
        <pc:spChg chg="del">
          <ac:chgData name="Marc Chéhab" userId="ffa11e10dcae9352" providerId="LiveId" clId="{B825B741-DEC7-48AA-BE1F-E2D280B65C10}" dt="2023-07-04T05:11:53.657" v="410" actId="478"/>
          <ac:spMkLst>
            <pc:docMk/>
            <pc:sldMk cId="1428585479" sldId="268"/>
            <ac:spMk id="4" creationId="{16E7A0E6-B032-357A-FA60-71B5A8A91541}"/>
          </ac:spMkLst>
        </pc:spChg>
        <pc:spChg chg="add mod">
          <ac:chgData name="Marc Chéhab" userId="ffa11e10dcae9352" providerId="LiveId" clId="{B825B741-DEC7-48AA-BE1F-E2D280B65C10}" dt="2023-07-11T09:28:22.164" v="1243" actId="1076"/>
          <ac:spMkLst>
            <pc:docMk/>
            <pc:sldMk cId="1428585479" sldId="268"/>
            <ac:spMk id="5" creationId="{557A6F24-6C5A-64C5-C32D-04F81C2385AF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6" creationId="{D6C9C840-C4B8-879F-22FD-4549BA16C756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7" creationId="{51399181-57BE-D1B0-6300-DB0C558CC29A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8" creationId="{33E86A34-B7AC-27BD-617B-335285FFC5D3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9" creationId="{183CE355-005A-0915-C339-C0F8E4B85035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10" creationId="{6DE2A414-67E3-79C4-C0E2-C4533D35067C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11" creationId="{F64DC707-1BFD-019D-2214-2B37585A9ED0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12" creationId="{170EE1B7-7A69-C1C0-D81C-BA3BE0A499A3}"/>
          </ac:spMkLst>
        </pc:spChg>
        <pc:spChg chg="add del mod topLvl">
          <ac:chgData name="Marc Chéhab" userId="ffa11e10dcae9352" providerId="LiveId" clId="{B825B741-DEC7-48AA-BE1F-E2D280B65C10}" dt="2023-07-04T05:26:10.764" v="600" actId="478"/>
          <ac:spMkLst>
            <pc:docMk/>
            <pc:sldMk cId="1428585479" sldId="268"/>
            <ac:spMk id="13" creationId="{AD5EEE37-2BC2-AB5A-D272-2789E0B53F9A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4" creationId="{A68C1006-6094-9517-BEDE-A97C211BFCDB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5" creationId="{DBE142CD-66BC-A66A-90F4-1F279DDFF4E6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6" creationId="{E3227EAB-5476-AD18-DFAD-23A536095156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7" creationId="{5B701459-7A8F-7E35-A2C6-F195D7BC3EFE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8" creationId="{739D89A0-17A8-9082-3A78-BA6B75DDB8C3}"/>
          </ac:spMkLst>
        </pc:spChg>
        <pc:spChg chg="add del mod topLvl">
          <ac:chgData name="Marc Chéhab" userId="ffa11e10dcae9352" providerId="LiveId" clId="{B825B741-DEC7-48AA-BE1F-E2D280B65C10}" dt="2023-07-04T12:16:09.234" v="775" actId="1076"/>
          <ac:spMkLst>
            <pc:docMk/>
            <pc:sldMk cId="1428585479" sldId="268"/>
            <ac:spMk id="19" creationId="{CFE5ABC5-6579-BF6A-7AC7-E855C49509A9}"/>
          </ac:spMkLst>
        </pc:spChg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20" creationId="{905231CE-45F9-8EAE-F92C-2D16DAADBEDD}"/>
          </ac:spMkLst>
        </pc:spChg>
        <pc:spChg chg="add mod">
          <ac:chgData name="Marc Chéhab" userId="ffa11e10dcae9352" providerId="LiveId" clId="{B825B741-DEC7-48AA-BE1F-E2D280B65C10}" dt="2023-07-11T09:11:59.856" v="953" actId="20577"/>
          <ac:spMkLst>
            <pc:docMk/>
            <pc:sldMk cId="1428585479" sldId="268"/>
            <ac:spMk id="21" creationId="{894DB67C-02DE-983E-58C5-D90FF499F594}"/>
          </ac:spMkLst>
        </pc:spChg>
        <pc:spChg chg="add mod">
          <ac:chgData name="Marc Chéhab" userId="ffa11e10dcae9352" providerId="LiveId" clId="{B825B741-DEC7-48AA-BE1F-E2D280B65C10}" dt="2023-07-04T05:30:05.012" v="690" actId="1076"/>
          <ac:spMkLst>
            <pc:docMk/>
            <pc:sldMk cId="1428585479" sldId="268"/>
            <ac:spMk id="22" creationId="{CBBFDC67-DBF3-9CE7-444A-8F75985E131D}"/>
          </ac:spMkLst>
        </pc:spChg>
        <pc:spChg chg="add mod">
          <ac:chgData name="Marc Chéhab" userId="ffa11e10dcae9352" providerId="LiveId" clId="{B825B741-DEC7-48AA-BE1F-E2D280B65C10}" dt="2023-07-11T09:28:41.675" v="1247" actId="1076"/>
          <ac:spMkLst>
            <pc:docMk/>
            <pc:sldMk cId="1428585479" sldId="268"/>
            <ac:spMk id="23" creationId="{A5F30034-39C5-F0AF-716E-0142A171E4E4}"/>
          </ac:spMkLst>
        </pc:spChg>
        <pc:spChg chg="add mod">
          <ac:chgData name="Marc Chéhab" userId="ffa11e10dcae9352" providerId="LiveId" clId="{B825B741-DEC7-48AA-BE1F-E2D280B65C10}" dt="2023-07-04T12:15:41.086" v="772" actId="1076"/>
          <ac:spMkLst>
            <pc:docMk/>
            <pc:sldMk cId="1428585479" sldId="268"/>
            <ac:spMk id="24" creationId="{FED09863-C802-4823-4924-9932D3792B3E}"/>
          </ac:spMkLst>
        </pc:spChg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25" creationId="{03A189B9-A63E-813C-A9C8-A89959E4A219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25" creationId="{0DB4A988-46B5-F25C-55C0-4DE7F93D5D7F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26" creationId="{532E3918-C3C2-DF0E-0CE2-A0044B6A47AB}"/>
          </ac:spMkLst>
        </pc:spChg>
        <pc:spChg chg="add 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26" creationId="{D96AF750-4C6A-4ACB-80D5-9A2A975907A7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27" creationId="{0DCC5A04-8E36-4324-4118-96FAC3195F67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28" creationId="{260E2AB3-CD62-50B8-39B2-47F95047C88D}"/>
          </ac:spMkLst>
        </pc:spChg>
        <pc:spChg chg="add mod">
          <ac:chgData name="Marc Chéhab" userId="ffa11e10dcae9352" providerId="LiveId" clId="{B825B741-DEC7-48AA-BE1F-E2D280B65C10}" dt="2023-07-11T09:28:43.380" v="1248" actId="1076"/>
          <ac:spMkLst>
            <pc:docMk/>
            <pc:sldMk cId="1428585479" sldId="268"/>
            <ac:spMk id="28" creationId="{303B0175-7E03-4887-0E07-809D1AE48165}"/>
          </ac:spMkLst>
        </pc:spChg>
        <pc:spChg chg="add mod">
          <ac:chgData name="Marc Chéhab" userId="ffa11e10dcae9352" providerId="LiveId" clId="{B825B741-DEC7-48AA-BE1F-E2D280B65C10}" dt="2023-07-04T05:45:25.789" v="752" actId="1076"/>
          <ac:spMkLst>
            <pc:docMk/>
            <pc:sldMk cId="1428585479" sldId="268"/>
            <ac:spMk id="29" creationId="{5CCEF186-E151-A228-8B0B-23C11DA0F285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29" creationId="{B92FAE4F-B8BE-AD86-1263-297DD2B48BC1}"/>
          </ac:spMkLst>
        </pc:spChg>
        <pc:spChg chg="add mod">
          <ac:chgData name="Marc Chéhab" userId="ffa11e10dcae9352" providerId="LiveId" clId="{B825B741-DEC7-48AA-BE1F-E2D280B65C10}" dt="2023-07-04T05:45:29.699" v="753" actId="1076"/>
          <ac:spMkLst>
            <pc:docMk/>
            <pc:sldMk cId="1428585479" sldId="268"/>
            <ac:spMk id="30" creationId="{1B6A6656-1F86-2095-7E4B-642F36E2685E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0" creationId="{B86F79A6-84EB-AD44-00F9-C7E0791E750E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1" creationId="{D6AAA478-AF5B-7318-E664-F71A5B8E6337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2" creationId="{40B8B0ED-BC8E-C416-BFE1-F50DB266A93B}"/>
          </ac:spMkLst>
        </pc:spChg>
        <pc:spChg chg="add del mod">
          <ac:chgData name="Marc Chéhab" userId="ffa11e10dcae9352" providerId="LiveId" clId="{B825B741-DEC7-48AA-BE1F-E2D280B65C10}" dt="2023-07-11T09:42:45.632" v="1400" actId="478"/>
          <ac:spMkLst>
            <pc:docMk/>
            <pc:sldMk cId="1428585479" sldId="268"/>
            <ac:spMk id="32" creationId="{BF6E6BF8-0959-9362-F0D3-96A7C5CA7745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3" creationId="{3791A56D-0A28-9169-C1FB-F1BF53E2AED0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4" creationId="{D4F9DC6F-409C-41A5-CB43-A6DBB5A5D2FC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5" creationId="{B3158718-096C-CD07-B832-5E429B717CF3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6" creationId="{AA002EFE-02BB-BAC5-415B-0C132A9D572C}"/>
          </ac:spMkLst>
        </pc:spChg>
        <pc:spChg chg="add mod">
          <ac:chgData name="Marc Chéhab" userId="ffa11e10dcae9352" providerId="LiveId" clId="{B825B741-DEC7-48AA-BE1F-E2D280B65C10}" dt="2023-07-04T05:46:00.966" v="761" actId="1076"/>
          <ac:spMkLst>
            <pc:docMk/>
            <pc:sldMk cId="1428585479" sldId="268"/>
            <ac:spMk id="36" creationId="{AFDDCBAA-5EC6-F845-D96F-13AF00EE8AAD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7" creationId="{73F7C435-A16B-1C1D-5EF8-51CECD05A45B}"/>
          </ac:spMkLst>
        </pc:spChg>
        <pc:spChg chg="add del mod">
          <ac:chgData name="Marc Chéhab" userId="ffa11e10dcae9352" providerId="LiveId" clId="{B825B741-DEC7-48AA-BE1F-E2D280B65C10}" dt="2023-07-04T05:26:10.613" v="599"/>
          <ac:spMkLst>
            <pc:docMk/>
            <pc:sldMk cId="1428585479" sldId="268"/>
            <ac:spMk id="38" creationId="{30819C6B-AEF0-9BFC-1929-AAFFCC6DC0B8}"/>
          </ac:spMkLst>
        </pc:spChg>
        <pc:spChg chg="add mod">
          <ac:chgData name="Marc Chéhab" userId="ffa11e10dcae9352" providerId="LiveId" clId="{B825B741-DEC7-48AA-BE1F-E2D280B65C10}" dt="2023-07-04T05:30:05.012" v="690" actId="1076"/>
          <ac:spMkLst>
            <pc:docMk/>
            <pc:sldMk cId="1428585479" sldId="268"/>
            <ac:spMk id="40" creationId="{35688056-F851-D0EC-B15D-E1E178954E7F}"/>
          </ac:spMkLst>
        </pc:spChg>
        <pc:spChg chg="add mod">
          <ac:chgData name="Marc Chéhab" userId="ffa11e10dcae9352" providerId="LiveId" clId="{B825B741-DEC7-48AA-BE1F-E2D280B65C10}" dt="2023-07-04T05:29:06.410" v="674" actId="1038"/>
          <ac:spMkLst>
            <pc:docMk/>
            <pc:sldMk cId="1428585479" sldId="268"/>
            <ac:spMk id="41" creationId="{2D1A82F8-1E18-F4F8-24CE-48D5546050DD}"/>
          </ac:spMkLst>
        </pc:spChg>
        <pc:spChg chg="add mod">
          <ac:chgData name="Marc Chéhab" userId="ffa11e10dcae9352" providerId="LiveId" clId="{B825B741-DEC7-48AA-BE1F-E2D280B65C10}" dt="2023-07-04T12:15:44.687" v="773" actId="14100"/>
          <ac:spMkLst>
            <pc:docMk/>
            <pc:sldMk cId="1428585479" sldId="268"/>
            <ac:spMk id="42" creationId="{C083F78F-7114-21CC-FA0A-BC9B347C732A}"/>
          </ac:spMkLst>
        </pc:spChg>
        <pc:spChg chg="add mod ord">
          <ac:chgData name="Marc Chéhab" userId="ffa11e10dcae9352" providerId="LiveId" clId="{B825B741-DEC7-48AA-BE1F-E2D280B65C10}" dt="2023-07-04T05:31:44.255" v="703" actId="167"/>
          <ac:spMkLst>
            <pc:docMk/>
            <pc:sldMk cId="1428585479" sldId="268"/>
            <ac:spMk id="43" creationId="{CE0DEAC2-3F50-98D3-8CA9-CBEAFEAC9119}"/>
          </ac:spMkLst>
        </pc:spChg>
        <pc:spChg chg="add del mod">
          <ac:chgData name="Marc Chéhab" userId="ffa11e10dcae9352" providerId="LiveId" clId="{B825B741-DEC7-48AA-BE1F-E2D280B65C10}" dt="2023-07-04T12:22:37.874" v="811" actId="1076"/>
          <ac:spMkLst>
            <pc:docMk/>
            <pc:sldMk cId="1428585479" sldId="268"/>
            <ac:spMk id="44" creationId="{75BB6D49-019E-114D-605D-F19F42571980}"/>
          </ac:spMkLst>
        </pc:spChg>
        <pc:spChg chg="add del mod">
          <ac:chgData name="Marc Chéhab" userId="ffa11e10dcae9352" providerId="LiveId" clId="{B825B741-DEC7-48AA-BE1F-E2D280B65C10}" dt="2023-07-04T12:23:00.473" v="813" actId="1076"/>
          <ac:spMkLst>
            <pc:docMk/>
            <pc:sldMk cId="1428585479" sldId="268"/>
            <ac:spMk id="46" creationId="{48D9E59E-A854-9DC7-B7D7-03FBAA42E5C6}"/>
          </ac:spMkLst>
        </pc:spChg>
        <pc:spChg chg="add del mod">
          <ac:chgData name="Marc Chéhab" userId="ffa11e10dcae9352" providerId="LiveId" clId="{B825B741-DEC7-48AA-BE1F-E2D280B65C10}" dt="2023-07-04T12:23:00.473" v="813" actId="1076"/>
          <ac:spMkLst>
            <pc:docMk/>
            <pc:sldMk cId="1428585479" sldId="268"/>
            <ac:spMk id="47" creationId="{C44140EE-BF7A-41F0-920B-1BF0269E269A}"/>
          </ac:spMkLst>
        </pc:spChg>
        <pc:spChg chg="add del mod">
          <ac:chgData name="Marc Chéhab" userId="ffa11e10dcae9352" providerId="LiveId" clId="{B825B741-DEC7-48AA-BE1F-E2D280B65C10}" dt="2023-07-04T12:23:00.473" v="813" actId="1076"/>
          <ac:spMkLst>
            <pc:docMk/>
            <pc:sldMk cId="1428585479" sldId="268"/>
            <ac:spMk id="48" creationId="{8B2C37D0-4497-BD28-7FF5-38528A740AE3}"/>
          </ac:spMkLst>
        </pc:spChg>
        <pc:spChg chg="add del mod">
          <ac:chgData name="Marc Chéhab" userId="ffa11e10dcae9352" providerId="LiveId" clId="{B825B741-DEC7-48AA-BE1F-E2D280B65C10}" dt="2023-07-04T12:22:37.874" v="811" actId="1076"/>
          <ac:spMkLst>
            <pc:docMk/>
            <pc:sldMk cId="1428585479" sldId="268"/>
            <ac:spMk id="49" creationId="{BCE88AB3-5ADC-D987-32BE-3B22B7C022E9}"/>
          </ac:spMkLst>
        </pc:spChg>
        <pc:spChg chg="mod">
          <ac:chgData name="Marc Chéhab" userId="ffa11e10dcae9352" providerId="LiveId" clId="{B825B741-DEC7-48AA-BE1F-E2D280B65C10}" dt="2023-07-04T05:44:59.657" v="749" actId="1037"/>
          <ac:spMkLst>
            <pc:docMk/>
            <pc:sldMk cId="1428585479" sldId="268"/>
            <ac:spMk id="50" creationId="{C083F78F-7114-21CC-FA0A-BC9B347C732A}"/>
          </ac:spMkLst>
        </pc:spChg>
        <pc:spChg chg="add del mod">
          <ac:chgData name="Marc Chéhab" userId="ffa11e10dcae9352" providerId="LiveId" clId="{B825B741-DEC7-48AA-BE1F-E2D280B65C10}" dt="2023-07-04T12:22:41.064" v="812" actId="478"/>
          <ac:spMkLst>
            <pc:docMk/>
            <pc:sldMk cId="1428585479" sldId="268"/>
            <ac:spMk id="51" creationId="{A33B50AC-83F5-81B9-9A49-2DCA1730C1EF}"/>
          </ac:spMkLst>
        </pc:spChg>
        <pc:spChg chg="del">
          <ac:chgData name="Marc Chéhab" userId="ffa11e10dcae9352" providerId="LiveId" clId="{B825B741-DEC7-48AA-BE1F-E2D280B65C10}" dt="2023-07-04T05:43:52.333" v="717" actId="21"/>
          <ac:spMkLst>
            <pc:docMk/>
            <pc:sldMk cId="1428585479" sldId="268"/>
            <ac:spMk id="51" creationId="{C083F78F-7114-21CC-FA0A-BC9B347C732A}"/>
          </ac:spMkLst>
        </pc:spChg>
        <pc:spChg chg="add mod">
          <ac:chgData name="Marc Chéhab" userId="ffa11e10dcae9352" providerId="LiveId" clId="{B825B741-DEC7-48AA-BE1F-E2D280B65C10}" dt="2023-07-04T12:23:56.450" v="818" actId="1076"/>
          <ac:spMkLst>
            <pc:docMk/>
            <pc:sldMk cId="1428585479" sldId="268"/>
            <ac:spMk id="52" creationId="{61F51D51-FF0A-5ECD-C4C9-882F02265565}"/>
          </ac:spMkLst>
        </pc:spChg>
        <pc:spChg chg="add mod">
          <ac:chgData name="Marc Chéhab" userId="ffa11e10dcae9352" providerId="LiveId" clId="{B825B741-DEC7-48AA-BE1F-E2D280B65C10}" dt="2023-07-04T12:23:56.450" v="818" actId="1076"/>
          <ac:spMkLst>
            <pc:docMk/>
            <pc:sldMk cId="1428585479" sldId="268"/>
            <ac:spMk id="53" creationId="{D109526C-FB56-23F9-582F-0664CBE01D6B}"/>
          </ac:spMkLst>
        </pc:spChg>
        <pc:spChg chg="add mod">
          <ac:chgData name="Marc Chéhab" userId="ffa11e10dcae9352" providerId="LiveId" clId="{B825B741-DEC7-48AA-BE1F-E2D280B65C10}" dt="2023-07-04T12:23:56.450" v="818" actId="1076"/>
          <ac:spMkLst>
            <pc:docMk/>
            <pc:sldMk cId="1428585479" sldId="268"/>
            <ac:spMk id="54" creationId="{AC59B9CB-03E6-062B-15F1-B89C5CC77C1D}"/>
          </ac:spMkLst>
        </pc:spChg>
        <pc:spChg chg="add del mod">
          <ac:chgData name="Marc Chéhab" userId="ffa11e10dcae9352" providerId="LiveId" clId="{B825B741-DEC7-48AA-BE1F-E2D280B65C10}" dt="2023-07-04T12:24:22.464" v="821" actId="478"/>
          <ac:spMkLst>
            <pc:docMk/>
            <pc:sldMk cId="1428585479" sldId="268"/>
            <ac:spMk id="55" creationId="{3D294AA2-BDC5-FF3B-44C1-36915FE65B22}"/>
          </ac:spMkLst>
        </pc:spChg>
        <pc:spChg chg="add del mod">
          <ac:chgData name="Marc Chéhab" userId="ffa11e10dcae9352" providerId="LiveId" clId="{B825B741-DEC7-48AA-BE1F-E2D280B65C10}" dt="2023-07-04T12:24:18.514" v="820" actId="478"/>
          <ac:spMkLst>
            <pc:docMk/>
            <pc:sldMk cId="1428585479" sldId="268"/>
            <ac:spMk id="56" creationId="{F1F0E3B8-80BF-7B45-44A1-1C69C96999AB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57" creationId="{DA1D5583-FEFE-8899-7AF4-6A51F9475EFE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58" creationId="{9EE88AA7-68F2-377D-5649-0DE57E6D4EAE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59" creationId="{96AEA414-F9DA-573D-6E87-10C584EC368D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0" creationId="{1DCF3335-1FFA-EA74-671B-64AC62F6FBD8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1" creationId="{E0A1C340-87E1-6D69-C025-8146AD0E5274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2" creationId="{480B1E82-2420-B3BD-B5BB-697726D08BC5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3" creationId="{283E5A4D-1F57-38F6-F625-4077760CC11C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4" creationId="{1FEC95FE-195D-2D12-CEB3-1090DCD7713C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5" creationId="{FB31071C-360D-9F92-D24B-C965F7E349D6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6" creationId="{D91C8E38-1434-344E-11ED-CE404D464CD9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7" creationId="{7E9FBF12-A46C-1751-B68A-458C9044C8B1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8" creationId="{7D504B0C-6A53-A579-A2B4-838B57B079CC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69" creationId="{C7E806D9-D165-9DF1-AAF5-431DC60BB36F}"/>
          </ac:spMkLst>
        </pc:spChg>
        <pc:spChg chg="add mod">
          <ac:chgData name="Marc Chéhab" userId="ffa11e10dcae9352" providerId="LiveId" clId="{B825B741-DEC7-48AA-BE1F-E2D280B65C10}" dt="2023-07-04T12:25:04.588" v="824" actId="1076"/>
          <ac:spMkLst>
            <pc:docMk/>
            <pc:sldMk cId="1428585479" sldId="268"/>
            <ac:spMk id="70" creationId="{B9FB2A76-3F25-C2B9-9BD7-BDB2218DD528}"/>
          </ac:spMkLst>
        </pc:spChg>
        <pc:spChg chg="add mod">
          <ac:chgData name="Marc Chéhab" userId="ffa11e10dcae9352" providerId="LiveId" clId="{B825B741-DEC7-48AA-BE1F-E2D280B65C10}" dt="2023-07-04T12:25:34.094" v="842" actId="1076"/>
          <ac:spMkLst>
            <pc:docMk/>
            <pc:sldMk cId="1428585479" sldId="268"/>
            <ac:spMk id="71" creationId="{9E5EB110-6752-A01E-0418-9B14552ECBDD}"/>
          </ac:spMkLst>
        </pc:spChg>
        <pc:grpChg chg="add del mod">
          <ac:chgData name="Marc Chéhab" userId="ffa11e10dcae9352" providerId="LiveId" clId="{B825B741-DEC7-48AA-BE1F-E2D280B65C10}" dt="2023-07-04T05:22:55.850" v="528" actId="165"/>
          <ac:grpSpMkLst>
            <pc:docMk/>
            <pc:sldMk cId="1428585479" sldId="268"/>
            <ac:grpSpMk id="20" creationId="{C897EE2A-4FDA-D369-C0DE-36528B2D91AD}"/>
          </ac:grpSpMkLst>
        </pc:grpChg>
        <pc:grpChg chg="add mod">
          <ac:chgData name="Marc Chéhab" userId="ffa11e10dcae9352" providerId="LiveId" clId="{B825B741-DEC7-48AA-BE1F-E2D280B65C10}" dt="2023-07-04T05:26:10.092" v="597" actId="164"/>
          <ac:grpSpMkLst>
            <pc:docMk/>
            <pc:sldMk cId="1428585479" sldId="268"/>
            <ac:grpSpMk id="39" creationId="{08F108F1-8DA3-5A12-6626-69D2DC5E7140}"/>
          </ac:grpSpMkLst>
        </pc:grpChg>
        <pc:cxnChg chg="add mod">
          <ac:chgData name="Marc Chéhab" userId="ffa11e10dcae9352" providerId="LiveId" clId="{B825B741-DEC7-48AA-BE1F-E2D280B65C10}" dt="2023-07-04T12:20:08.774" v="785" actId="14100"/>
          <ac:cxnSpMkLst>
            <pc:docMk/>
            <pc:sldMk cId="1428585479" sldId="268"/>
            <ac:cxnSpMk id="27" creationId="{185AF7F1-12CC-B159-9DCB-CDAD0E834D3F}"/>
          </ac:cxnSpMkLst>
        </pc:cxnChg>
        <pc:cxnChg chg="add mod">
          <ac:chgData name="Marc Chéhab" userId="ffa11e10dcae9352" providerId="LiveId" clId="{B825B741-DEC7-48AA-BE1F-E2D280B65C10}" dt="2023-07-04T05:45:52.313" v="759" actId="14100"/>
          <ac:cxnSpMkLst>
            <pc:docMk/>
            <pc:sldMk cId="1428585479" sldId="268"/>
            <ac:cxnSpMk id="31" creationId="{59BD29FE-1A55-829E-5A1F-B9D966F5201E}"/>
          </ac:cxnSpMkLst>
        </pc:cxnChg>
        <pc:cxnChg chg="add mod">
          <ac:chgData name="Marc Chéhab" userId="ffa11e10dcae9352" providerId="LiveId" clId="{B825B741-DEC7-48AA-BE1F-E2D280B65C10}" dt="2023-07-04T12:25:38.234" v="843" actId="14100"/>
          <ac:cxnSpMkLst>
            <pc:docMk/>
            <pc:sldMk cId="1428585479" sldId="268"/>
            <ac:cxnSpMk id="34" creationId="{1BC91935-C7D3-9ED3-FACC-C9867BC94514}"/>
          </ac:cxnSpMkLst>
        </pc:cxnChg>
        <pc:cxnChg chg="add mod">
          <ac:chgData name="Marc Chéhab" userId="ffa11e10dcae9352" providerId="LiveId" clId="{B825B741-DEC7-48AA-BE1F-E2D280B65C10}" dt="2023-07-04T05:46:20.403" v="769" actId="14100"/>
          <ac:cxnSpMkLst>
            <pc:docMk/>
            <pc:sldMk cId="1428585479" sldId="268"/>
            <ac:cxnSpMk id="37" creationId="{17675DBF-79F2-321D-62D8-62EE5F61F10D}"/>
          </ac:cxnSpMkLst>
        </pc:cxnChg>
        <pc:cxnChg chg="add mod">
          <ac:chgData name="Marc Chéhab" userId="ffa11e10dcae9352" providerId="LiveId" clId="{B825B741-DEC7-48AA-BE1F-E2D280B65C10}" dt="2023-07-04T05:45:05.803" v="750" actId="14100"/>
          <ac:cxnSpMkLst>
            <pc:docMk/>
            <pc:sldMk cId="1428585479" sldId="268"/>
            <ac:cxnSpMk id="45" creationId="{A4149EEA-CA1A-5A86-66F3-57814B3A4200}"/>
          </ac:cxnSpMkLst>
        </pc:cxnChg>
      </pc:sldChg>
      <pc:sldChg chg="addSp delSp modSp new mod ord modTransition modAnim">
        <pc:chgData name="Marc Chéhab" userId="ffa11e10dcae9352" providerId="LiveId" clId="{B825B741-DEC7-48AA-BE1F-E2D280B65C10}" dt="2023-07-11T11:12:30.941" v="1712"/>
        <pc:sldMkLst>
          <pc:docMk/>
          <pc:sldMk cId="318446389" sldId="269"/>
        </pc:sldMkLst>
        <pc:spChg chg="mod">
          <ac:chgData name="Marc Chéhab" userId="ffa11e10dcae9352" providerId="LiveId" clId="{B825B741-DEC7-48AA-BE1F-E2D280B65C10}" dt="2023-07-11T09:38:52.546" v="1363" actId="20577"/>
          <ac:spMkLst>
            <pc:docMk/>
            <pc:sldMk cId="318446389" sldId="269"/>
            <ac:spMk id="2" creationId="{62A8BDD1-A5EE-6F88-DB9F-7D1C413E63A9}"/>
          </ac:spMkLst>
        </pc:spChg>
        <pc:spChg chg="add mod">
          <ac:chgData name="Marc Chéhab" userId="ffa11e10dcae9352" providerId="LiveId" clId="{B825B741-DEC7-48AA-BE1F-E2D280B65C10}" dt="2023-07-11T10:51:08.476" v="1435" actId="14100"/>
          <ac:spMkLst>
            <pc:docMk/>
            <pc:sldMk cId="318446389" sldId="269"/>
            <ac:spMk id="3" creationId="{7E322598-EF44-8F79-5B1F-BEB75D585453}"/>
          </ac:spMkLst>
        </pc:spChg>
        <pc:spChg chg="del">
          <ac:chgData name="Marc Chéhab" userId="ffa11e10dcae9352" providerId="LiveId" clId="{B825B741-DEC7-48AA-BE1F-E2D280B65C10}" dt="2023-07-10T14:09:03.685" v="848" actId="478"/>
          <ac:spMkLst>
            <pc:docMk/>
            <pc:sldMk cId="318446389" sldId="269"/>
            <ac:spMk id="3" creationId="{A758ECA8-A947-30FA-CCF6-A4002B7AD221}"/>
          </ac:spMkLst>
        </pc:spChg>
        <pc:spChg chg="del">
          <ac:chgData name="Marc Chéhab" userId="ffa11e10dcae9352" providerId="LiveId" clId="{B825B741-DEC7-48AA-BE1F-E2D280B65C10}" dt="2023-07-10T14:09:06.666" v="849" actId="478"/>
          <ac:spMkLst>
            <pc:docMk/>
            <pc:sldMk cId="318446389" sldId="269"/>
            <ac:spMk id="4" creationId="{944C2FF8-74D5-BD8E-BBA7-E1EFC6069406}"/>
          </ac:spMkLst>
        </pc:spChg>
        <pc:spChg chg="add mod">
          <ac:chgData name="Marc Chéhab" userId="ffa11e10dcae9352" providerId="LiveId" clId="{B825B741-DEC7-48AA-BE1F-E2D280B65C10}" dt="2023-07-11T10:51:04.642" v="1434" actId="14100"/>
          <ac:spMkLst>
            <pc:docMk/>
            <pc:sldMk cId="318446389" sldId="269"/>
            <ac:spMk id="5" creationId="{5B25C48D-46B0-B7C2-B8A9-CF435B322F4E}"/>
          </ac:spMkLst>
        </pc:spChg>
        <pc:picChg chg="add mod">
          <ac:chgData name="Marc Chéhab" userId="ffa11e10dcae9352" providerId="LiveId" clId="{B825B741-DEC7-48AA-BE1F-E2D280B65C10}" dt="2023-07-11T09:39:42.141" v="1371" actId="14100"/>
          <ac:picMkLst>
            <pc:docMk/>
            <pc:sldMk cId="318446389" sldId="269"/>
            <ac:picMk id="4" creationId="{04438EE5-163C-E789-1E33-2E21380913D6}"/>
          </ac:picMkLst>
        </pc:picChg>
        <pc:picChg chg="add del mod">
          <ac:chgData name="Marc Chéhab" userId="ffa11e10dcae9352" providerId="LiveId" clId="{B825B741-DEC7-48AA-BE1F-E2D280B65C10}" dt="2023-07-11T09:39:36.996" v="1368" actId="478"/>
          <ac:picMkLst>
            <pc:docMk/>
            <pc:sldMk cId="318446389" sldId="269"/>
            <ac:picMk id="1026" creationId="{B90566D8-4DEF-ECD5-873D-78D5A3CAD33D}"/>
          </ac:picMkLst>
        </pc:picChg>
      </pc:sldChg>
      <pc:sldChg chg="addSp delSp modSp new mod modTransition">
        <pc:chgData name="Marc Chéhab" userId="ffa11e10dcae9352" providerId="LiveId" clId="{B825B741-DEC7-48AA-BE1F-E2D280B65C10}" dt="2023-07-11T09:33:57.223" v="1345"/>
        <pc:sldMkLst>
          <pc:docMk/>
          <pc:sldMk cId="4236509289" sldId="270"/>
        </pc:sldMkLst>
        <pc:spChg chg="del mod">
          <ac:chgData name="Marc Chéhab" userId="ffa11e10dcae9352" providerId="LiveId" clId="{B825B741-DEC7-48AA-BE1F-E2D280B65C10}" dt="2023-07-11T09:07:57.701" v="883" actId="478"/>
          <ac:spMkLst>
            <pc:docMk/>
            <pc:sldMk cId="4236509289" sldId="270"/>
            <ac:spMk id="2" creationId="{59B43516-A2FF-C227-3051-681AE1F05D1D}"/>
          </ac:spMkLst>
        </pc:spChg>
        <pc:spChg chg="del mod">
          <ac:chgData name="Marc Chéhab" userId="ffa11e10dcae9352" providerId="LiveId" clId="{B825B741-DEC7-48AA-BE1F-E2D280B65C10}" dt="2023-07-11T09:08:03.168" v="887" actId="478"/>
          <ac:spMkLst>
            <pc:docMk/>
            <pc:sldMk cId="4236509289" sldId="270"/>
            <ac:spMk id="3" creationId="{6CB5E483-CB30-DEDC-39CA-4C8FCA0B8C55}"/>
          </ac:spMkLst>
        </pc:spChg>
        <pc:spChg chg="del">
          <ac:chgData name="Marc Chéhab" userId="ffa11e10dcae9352" providerId="LiveId" clId="{B825B741-DEC7-48AA-BE1F-E2D280B65C10}" dt="2023-07-11T09:08:05.643" v="888" actId="478"/>
          <ac:spMkLst>
            <pc:docMk/>
            <pc:sldMk cId="4236509289" sldId="270"/>
            <ac:spMk id="4" creationId="{E45E383A-2DF6-1E68-D997-9FAB4B3696BA}"/>
          </ac:spMkLst>
        </pc:spChg>
        <pc:spChg chg="add mod">
          <ac:chgData name="Marc Chéhab" userId="ffa11e10dcae9352" providerId="LiveId" clId="{B825B741-DEC7-48AA-BE1F-E2D280B65C10}" dt="2023-07-11T09:10:19.762" v="899" actId="1076"/>
          <ac:spMkLst>
            <pc:docMk/>
            <pc:sldMk cId="4236509289" sldId="270"/>
            <ac:spMk id="5" creationId="{D1D19550-5C26-D3DC-350D-E237D1A964CC}"/>
          </ac:spMkLst>
        </pc:spChg>
        <pc:grpChg chg="add mod">
          <ac:chgData name="Marc Chéhab" userId="ffa11e10dcae9352" providerId="LiveId" clId="{B825B741-DEC7-48AA-BE1F-E2D280B65C10}" dt="2023-07-11T09:10:04.463" v="898" actId="14100"/>
          <ac:grpSpMkLst>
            <pc:docMk/>
            <pc:sldMk cId="4236509289" sldId="270"/>
            <ac:grpSpMk id="6" creationId="{C3CF36A1-2BD4-78CF-1807-E961B78C2643}"/>
          </ac:grpSpMkLst>
        </pc:grpChg>
        <pc:picChg chg="add mod">
          <ac:chgData name="Marc Chéhab" userId="ffa11e10dcae9352" providerId="LiveId" clId="{B825B741-DEC7-48AA-BE1F-E2D280B65C10}" dt="2023-07-11T09:10:04.463" v="898" actId="14100"/>
          <ac:picMkLst>
            <pc:docMk/>
            <pc:sldMk cId="4236509289" sldId="270"/>
            <ac:picMk id="2050" creationId="{F5F2C8B0-ABA5-0895-2875-0BB53EA6B27D}"/>
          </ac:picMkLst>
        </pc:picChg>
        <pc:picChg chg="add mod">
          <ac:chgData name="Marc Chéhab" userId="ffa11e10dcae9352" providerId="LiveId" clId="{B825B741-DEC7-48AA-BE1F-E2D280B65C10}" dt="2023-07-11T09:10:04.463" v="898" actId="14100"/>
          <ac:picMkLst>
            <pc:docMk/>
            <pc:sldMk cId="4236509289" sldId="270"/>
            <ac:picMk id="2052" creationId="{6D0E5B99-8F17-0122-408D-03AE250BD7F3}"/>
          </ac:picMkLst>
        </pc:picChg>
      </pc:sldChg>
      <pc:sldChg chg="addSp delSp modSp new add del mod modTransition delAnim modAnim">
        <pc:chgData name="Marc Chéhab" userId="ffa11e10dcae9352" providerId="LiveId" clId="{B825B741-DEC7-48AA-BE1F-E2D280B65C10}" dt="2023-07-11T10:57:26.604" v="1457" actId="167"/>
        <pc:sldMkLst>
          <pc:docMk/>
          <pc:sldMk cId="606429833" sldId="271"/>
        </pc:sldMkLst>
        <pc:spChg chg="mod">
          <ac:chgData name="Marc Chéhab" userId="ffa11e10dcae9352" providerId="LiveId" clId="{B825B741-DEC7-48AA-BE1F-E2D280B65C10}" dt="2023-07-11T09:32:17.375" v="1316" actId="14100"/>
          <ac:spMkLst>
            <pc:docMk/>
            <pc:sldMk cId="606429833" sldId="271"/>
            <ac:spMk id="2" creationId="{BE3E4821-DF0F-590F-9061-DC865896F963}"/>
          </ac:spMkLst>
        </pc:spChg>
        <pc:spChg chg="del mod">
          <ac:chgData name="Marc Chéhab" userId="ffa11e10dcae9352" providerId="LiveId" clId="{B825B741-DEC7-48AA-BE1F-E2D280B65C10}" dt="2023-07-11T09:13:09.424" v="957" actId="478"/>
          <ac:spMkLst>
            <pc:docMk/>
            <pc:sldMk cId="606429833" sldId="271"/>
            <ac:spMk id="3" creationId="{B0CCD980-BDFE-57B0-3FC9-7787CA9E30A4}"/>
          </ac:spMkLst>
        </pc:spChg>
        <pc:spChg chg="del">
          <ac:chgData name="Marc Chéhab" userId="ffa11e10dcae9352" providerId="LiveId" clId="{B825B741-DEC7-48AA-BE1F-E2D280B65C10}" dt="2023-07-11T09:13:11.479" v="958" actId="478"/>
          <ac:spMkLst>
            <pc:docMk/>
            <pc:sldMk cId="606429833" sldId="271"/>
            <ac:spMk id="4" creationId="{0C1DF418-44E8-3FB7-4A1E-AD8DCC147A97}"/>
          </ac:spMkLst>
        </pc:spChg>
        <pc:spChg chg="add del mod">
          <ac:chgData name="Marc Chéhab" userId="ffa11e10dcae9352" providerId="LiveId" clId="{B825B741-DEC7-48AA-BE1F-E2D280B65C10}" dt="2023-07-11T09:34:42.949" v="1352" actId="478"/>
          <ac:spMkLst>
            <pc:docMk/>
            <pc:sldMk cId="606429833" sldId="271"/>
            <ac:spMk id="34" creationId="{C33D370A-6D0F-CA22-71C2-995EEBCEEF63}"/>
          </ac:spMkLst>
        </pc:spChg>
        <pc:spChg chg="add del mod">
          <ac:chgData name="Marc Chéhab" userId="ffa11e10dcae9352" providerId="LiveId" clId="{B825B741-DEC7-48AA-BE1F-E2D280B65C10}" dt="2023-07-11T09:34:42.949" v="1352" actId="478"/>
          <ac:spMkLst>
            <pc:docMk/>
            <pc:sldMk cId="606429833" sldId="271"/>
            <ac:spMk id="35" creationId="{9E9BB69D-329E-6195-B65F-7825667DBCEC}"/>
          </ac:spMkLst>
        </pc:spChg>
        <pc:spChg chg="add del mod">
          <ac:chgData name="Marc Chéhab" userId="ffa11e10dcae9352" providerId="LiveId" clId="{B825B741-DEC7-48AA-BE1F-E2D280B65C10}" dt="2023-07-11T09:21:13.455" v="1070" actId="478"/>
          <ac:spMkLst>
            <pc:docMk/>
            <pc:sldMk cId="606429833" sldId="271"/>
            <ac:spMk id="36" creationId="{723B06A7-1F64-FE91-1E96-67ECB48820FA}"/>
          </ac:spMkLst>
        </pc:spChg>
        <pc:spChg chg="add del mod">
          <ac:chgData name="Marc Chéhab" userId="ffa11e10dcae9352" providerId="LiveId" clId="{B825B741-DEC7-48AA-BE1F-E2D280B65C10}" dt="2023-07-11T09:34:42.949" v="1352" actId="478"/>
          <ac:spMkLst>
            <pc:docMk/>
            <pc:sldMk cId="606429833" sldId="271"/>
            <ac:spMk id="37" creationId="{D34EBB2B-EB03-D65B-1D91-2E6751C3B7A5}"/>
          </ac:spMkLst>
        </pc:spChg>
        <pc:spChg chg="add del mod">
          <ac:chgData name="Marc Chéhab" userId="ffa11e10dcae9352" providerId="LiveId" clId="{B825B741-DEC7-48AA-BE1F-E2D280B65C10}" dt="2023-07-11T09:34:42.949" v="1352" actId="478"/>
          <ac:spMkLst>
            <pc:docMk/>
            <pc:sldMk cId="606429833" sldId="271"/>
            <ac:spMk id="38" creationId="{4075EA72-0CA2-FDC0-93E9-FBF6205C0498}"/>
          </ac:spMkLst>
        </pc:spChg>
        <pc:spChg chg="add del mod">
          <ac:chgData name="Marc Chéhab" userId="ffa11e10dcae9352" providerId="LiveId" clId="{B825B741-DEC7-48AA-BE1F-E2D280B65C10}" dt="2023-07-11T09:22:52.480" v="1095" actId="478"/>
          <ac:spMkLst>
            <pc:docMk/>
            <pc:sldMk cId="606429833" sldId="271"/>
            <ac:spMk id="39" creationId="{38E70F43-E5A9-EE0E-489A-CE2CD2EAB77E}"/>
          </ac:spMkLst>
        </pc:spChg>
        <pc:spChg chg="add del mod">
          <ac:chgData name="Marc Chéhab" userId="ffa11e10dcae9352" providerId="LiveId" clId="{B825B741-DEC7-48AA-BE1F-E2D280B65C10}" dt="2023-07-11T09:23:18.996" v="1101" actId="478"/>
          <ac:spMkLst>
            <pc:docMk/>
            <pc:sldMk cId="606429833" sldId="271"/>
            <ac:spMk id="51" creationId="{289FC70C-3328-AFB7-E2E5-15098FCCB042}"/>
          </ac:spMkLst>
        </pc:spChg>
        <pc:spChg chg="add mod ord">
          <ac:chgData name="Marc Chéhab" userId="ffa11e10dcae9352" providerId="LiveId" clId="{B825B741-DEC7-48AA-BE1F-E2D280B65C10}" dt="2023-07-11T10:57:26.604" v="1457" actId="167"/>
          <ac:spMkLst>
            <pc:docMk/>
            <pc:sldMk cId="606429833" sldId="271"/>
            <ac:spMk id="52" creationId="{47218753-C893-9E77-1AA7-C98522234E75}"/>
          </ac:spMkLst>
        </pc:spChg>
        <pc:spChg chg="add del mod">
          <ac:chgData name="Marc Chéhab" userId="ffa11e10dcae9352" providerId="LiveId" clId="{B825B741-DEC7-48AA-BE1F-E2D280B65C10}" dt="2023-07-11T09:30:55.436" v="1268" actId="478"/>
          <ac:spMkLst>
            <pc:docMk/>
            <pc:sldMk cId="606429833" sldId="271"/>
            <ac:spMk id="54" creationId="{9AC845EF-67AC-D184-388D-5991ECFF687C}"/>
          </ac:spMkLst>
        </pc:spChg>
        <pc:spChg chg="add mod ord">
          <ac:chgData name="Marc Chéhab" userId="ffa11e10dcae9352" providerId="LiveId" clId="{B825B741-DEC7-48AA-BE1F-E2D280B65C10}" dt="2023-07-11T09:26:15.452" v="1187" actId="164"/>
          <ac:spMkLst>
            <pc:docMk/>
            <pc:sldMk cId="606429833" sldId="271"/>
            <ac:spMk id="60" creationId="{6AD72A47-9102-9E0F-6125-F8078C4A4097}"/>
          </ac:spMkLst>
        </pc:spChg>
        <pc:spChg chg="add mod">
          <ac:chgData name="Marc Chéhab" userId="ffa11e10dcae9352" providerId="LiveId" clId="{B825B741-DEC7-48AA-BE1F-E2D280B65C10}" dt="2023-07-11T09:27:04.943" v="1193" actId="208"/>
          <ac:spMkLst>
            <pc:docMk/>
            <pc:sldMk cId="606429833" sldId="271"/>
            <ac:spMk id="62" creationId="{39D2FF76-4A57-851A-55AF-C79EC09E04C9}"/>
          </ac:spMkLst>
        </pc:spChg>
        <pc:spChg chg="add del mod">
          <ac:chgData name="Marc Chéhab" userId="ffa11e10dcae9352" providerId="LiveId" clId="{B825B741-DEC7-48AA-BE1F-E2D280B65C10}" dt="2023-07-11T09:34:42.949" v="1352" actId="478"/>
          <ac:spMkLst>
            <pc:docMk/>
            <pc:sldMk cId="606429833" sldId="271"/>
            <ac:spMk id="63" creationId="{DDE22A6E-661B-0918-71F4-14322E7D12DD}"/>
          </ac:spMkLst>
        </pc:spChg>
        <pc:spChg chg="add mod">
          <ac:chgData name="Marc Chéhab" userId="ffa11e10dcae9352" providerId="LiveId" clId="{B825B741-DEC7-48AA-BE1F-E2D280B65C10}" dt="2023-07-11T09:27:37.116" v="1235" actId="404"/>
          <ac:spMkLst>
            <pc:docMk/>
            <pc:sldMk cId="606429833" sldId="271"/>
            <ac:spMk id="64" creationId="{CB1E791A-201A-C77A-6869-59BDA64E786F}"/>
          </ac:spMkLst>
        </pc:spChg>
        <pc:spChg chg="add del mod">
          <ac:chgData name="Marc Chéhab" userId="ffa11e10dcae9352" providerId="LiveId" clId="{B825B741-DEC7-48AA-BE1F-E2D280B65C10}" dt="2023-07-11T09:32:13.373" v="1314" actId="478"/>
          <ac:spMkLst>
            <pc:docMk/>
            <pc:sldMk cId="606429833" sldId="271"/>
            <ac:spMk id="80" creationId="{57A86FF6-F71D-8F40-A5AA-1E45455690F8}"/>
          </ac:spMkLst>
        </pc:spChg>
        <pc:spChg chg="add mod">
          <ac:chgData name="Marc Chéhab" userId="ffa11e10dcae9352" providerId="LiveId" clId="{B825B741-DEC7-48AA-BE1F-E2D280B65C10}" dt="2023-07-11T09:33:41.851" v="1344" actId="1076"/>
          <ac:spMkLst>
            <pc:docMk/>
            <pc:sldMk cId="606429833" sldId="271"/>
            <ac:spMk id="81" creationId="{03C1D4B1-4AFB-C9C4-54EB-34D996004BFF}"/>
          </ac:spMkLst>
        </pc:spChg>
        <pc:spChg chg="add mod">
          <ac:chgData name="Marc Chéhab" userId="ffa11e10dcae9352" providerId="LiveId" clId="{B825B741-DEC7-48AA-BE1F-E2D280B65C10}" dt="2023-07-11T09:32:40.130" v="1334" actId="20577"/>
          <ac:spMkLst>
            <pc:docMk/>
            <pc:sldMk cId="606429833" sldId="271"/>
            <ac:spMk id="82" creationId="{EC7EC951-262A-AD48-920E-9C07A5A61A5F}"/>
          </ac:spMkLst>
        </pc:spChg>
        <pc:grpChg chg="add mod">
          <ac:chgData name="Marc Chéhab" userId="ffa11e10dcae9352" providerId="LiveId" clId="{B825B741-DEC7-48AA-BE1F-E2D280B65C10}" dt="2023-07-11T09:30:36.332" v="1261" actId="1076"/>
          <ac:grpSpMkLst>
            <pc:docMk/>
            <pc:sldMk cId="606429833" sldId="271"/>
            <ac:grpSpMk id="61" creationId="{B814AB16-B0A8-C634-CBF2-BF8F34A2942D}"/>
          </ac:grpSpMkLst>
        </pc:grpChg>
        <pc:picChg chg="add mod">
          <ac:chgData name="Marc Chéhab" userId="ffa11e10dcae9352" providerId="LiveId" clId="{B825B741-DEC7-48AA-BE1F-E2D280B65C10}" dt="2023-07-11T09:22:26.903" v="1091" actId="1076"/>
          <ac:picMkLst>
            <pc:docMk/>
            <pc:sldMk cId="606429833" sldId="271"/>
            <ac:picMk id="6" creationId="{A9B1CEFF-3F19-2DCE-9166-A3C431851482}"/>
          </ac:picMkLst>
        </pc:picChg>
        <pc:picChg chg="add mod">
          <ac:chgData name="Marc Chéhab" userId="ffa11e10dcae9352" providerId="LiveId" clId="{B825B741-DEC7-48AA-BE1F-E2D280B65C10}" dt="2023-07-11T09:33:27.925" v="1341" actId="1076"/>
          <ac:picMkLst>
            <pc:docMk/>
            <pc:sldMk cId="606429833" sldId="271"/>
            <ac:picMk id="8" creationId="{089ADBBA-8704-D0AA-D887-0F83069C99E4}"/>
          </ac:picMkLst>
        </pc:picChg>
        <pc:picChg chg="add mod">
          <ac:chgData name="Marc Chéhab" userId="ffa11e10dcae9352" providerId="LiveId" clId="{B825B741-DEC7-48AA-BE1F-E2D280B65C10}" dt="2023-07-11T09:24:17.989" v="1160" actId="1076"/>
          <ac:picMkLst>
            <pc:docMk/>
            <pc:sldMk cId="606429833" sldId="271"/>
            <ac:picMk id="10" creationId="{69D03ADD-9A7C-4131-3A5D-A7E9728F964F}"/>
          </ac:picMkLst>
        </pc:picChg>
        <pc:picChg chg="add mod">
          <ac:chgData name="Marc Chéhab" userId="ffa11e10dcae9352" providerId="LiveId" clId="{B825B741-DEC7-48AA-BE1F-E2D280B65C10}" dt="2023-07-11T09:30:26.245" v="1258" actId="1076"/>
          <ac:picMkLst>
            <pc:docMk/>
            <pc:sldMk cId="606429833" sldId="271"/>
            <ac:picMk id="12" creationId="{E9C87FD4-B15A-ACB8-4939-95B55F50448F}"/>
          </ac:picMkLst>
        </pc:picChg>
        <pc:picChg chg="add mod">
          <ac:chgData name="Marc Chéhab" userId="ffa11e10dcae9352" providerId="LiveId" clId="{B825B741-DEC7-48AA-BE1F-E2D280B65C10}" dt="2023-07-11T09:30:24.509" v="1257" actId="1076"/>
          <ac:picMkLst>
            <pc:docMk/>
            <pc:sldMk cId="606429833" sldId="271"/>
            <ac:picMk id="13" creationId="{E78C91FF-A617-1D44-8F5F-AF370C2FB552}"/>
          </ac:picMkLst>
        </pc:picChg>
        <pc:picChg chg="add mod">
          <ac:chgData name="Marc Chéhab" userId="ffa11e10dcae9352" providerId="LiveId" clId="{B825B741-DEC7-48AA-BE1F-E2D280B65C10}" dt="2023-07-11T09:26:15.452" v="1187" actId="164"/>
          <ac:picMkLst>
            <pc:docMk/>
            <pc:sldMk cId="606429833" sldId="271"/>
            <ac:picMk id="59" creationId="{D1C40F16-C1B0-A35B-9F98-C1F9CADA4B8D}"/>
          </ac:picMkLst>
        </pc:picChg>
        <pc:cxnChg chg="add mod">
          <ac:chgData name="Marc Chéhab" userId="ffa11e10dcae9352" providerId="LiveId" clId="{B825B741-DEC7-48AA-BE1F-E2D280B65C10}" dt="2023-07-11T09:30:24.509" v="1257" actId="1076"/>
          <ac:cxnSpMkLst>
            <pc:docMk/>
            <pc:sldMk cId="606429833" sldId="271"/>
            <ac:cxnSpMk id="15" creationId="{0788CF23-BAFD-6E72-C502-ECEC374AC811}"/>
          </ac:cxnSpMkLst>
        </pc:cxnChg>
        <pc:cxnChg chg="add mod">
          <ac:chgData name="Marc Chéhab" userId="ffa11e10dcae9352" providerId="LiveId" clId="{B825B741-DEC7-48AA-BE1F-E2D280B65C10}" dt="2023-07-11T09:33:36.374" v="1343" actId="14100"/>
          <ac:cxnSpMkLst>
            <pc:docMk/>
            <pc:sldMk cId="606429833" sldId="271"/>
            <ac:cxnSpMk id="16" creationId="{B4A4FF76-33BF-F49B-6D22-007D69C32357}"/>
          </ac:cxnSpMkLst>
        </pc:cxnChg>
        <pc:cxnChg chg="add mod">
          <ac:chgData name="Marc Chéhab" userId="ffa11e10dcae9352" providerId="LiveId" clId="{B825B741-DEC7-48AA-BE1F-E2D280B65C10}" dt="2023-07-11T09:30:24.509" v="1257" actId="1076"/>
          <ac:cxnSpMkLst>
            <pc:docMk/>
            <pc:sldMk cId="606429833" sldId="271"/>
            <ac:cxnSpMk id="21" creationId="{59607B5B-F249-457B-7EEE-4CD0DBA794D3}"/>
          </ac:cxnSpMkLst>
        </pc:cxnChg>
        <pc:cxnChg chg="add mod">
          <ac:chgData name="Marc Chéhab" userId="ffa11e10dcae9352" providerId="LiveId" clId="{B825B741-DEC7-48AA-BE1F-E2D280B65C10}" dt="2023-07-11T09:30:26.245" v="1258" actId="1076"/>
          <ac:cxnSpMkLst>
            <pc:docMk/>
            <pc:sldMk cId="606429833" sldId="271"/>
            <ac:cxnSpMk id="28" creationId="{590DAABC-2146-A54B-0150-BB656E21B1C9}"/>
          </ac:cxnSpMkLst>
        </pc:cxnChg>
        <pc:cxnChg chg="add mod">
          <ac:chgData name="Marc Chéhab" userId="ffa11e10dcae9352" providerId="LiveId" clId="{B825B741-DEC7-48AA-BE1F-E2D280B65C10}" dt="2023-07-11T09:33:13.275" v="1339" actId="14100"/>
          <ac:cxnSpMkLst>
            <pc:docMk/>
            <pc:sldMk cId="606429833" sldId="271"/>
            <ac:cxnSpMk id="65" creationId="{94E973AF-945E-8312-7975-8495FD168011}"/>
          </ac:cxnSpMkLst>
        </pc:cxnChg>
        <pc:cxnChg chg="add mod">
          <ac:chgData name="Marc Chéhab" userId="ffa11e10dcae9352" providerId="LiveId" clId="{B825B741-DEC7-48AA-BE1F-E2D280B65C10}" dt="2023-07-11T09:30:36.332" v="1261" actId="1076"/>
          <ac:cxnSpMkLst>
            <pc:docMk/>
            <pc:sldMk cId="606429833" sldId="271"/>
            <ac:cxnSpMk id="68" creationId="{09ECB886-D05E-5714-F125-6AE05C942730}"/>
          </ac:cxnSpMkLst>
        </pc:cxnChg>
      </pc:sldChg>
      <pc:sldChg chg="add del">
        <pc:chgData name="Marc Chéhab" userId="ffa11e10dcae9352" providerId="LiveId" clId="{B825B741-DEC7-48AA-BE1F-E2D280B65C10}" dt="2023-07-11T09:13:33.752" v="985" actId="47"/>
        <pc:sldMkLst>
          <pc:docMk/>
          <pc:sldMk cId="2415619027" sldId="272"/>
        </pc:sldMkLst>
      </pc:sldChg>
      <pc:sldChg chg="delSp modSp add mod ord delAnim modAnim">
        <pc:chgData name="Marc Chéhab" userId="ffa11e10dcae9352" providerId="LiveId" clId="{B825B741-DEC7-48AA-BE1F-E2D280B65C10}" dt="2023-07-11T10:59:30.347" v="1471"/>
        <pc:sldMkLst>
          <pc:docMk/>
          <pc:sldMk cId="2931019200" sldId="272"/>
        </pc:sldMkLst>
        <pc:spChg chg="mod">
          <ac:chgData name="Marc Chéhab" userId="ffa11e10dcae9352" providerId="LiveId" clId="{B825B741-DEC7-48AA-BE1F-E2D280B65C10}" dt="2023-07-11T09:40:05.440" v="1372" actId="1076"/>
          <ac:spMkLst>
            <pc:docMk/>
            <pc:sldMk cId="2931019200" sldId="272"/>
            <ac:spMk id="2" creationId="{BE3E4821-DF0F-590F-9061-DC865896F963}"/>
          </ac:spMkLst>
        </pc:spChg>
        <pc:spChg chg="mod">
          <ac:chgData name="Marc Chéhab" userId="ffa11e10dcae9352" providerId="LiveId" clId="{B825B741-DEC7-48AA-BE1F-E2D280B65C10}" dt="2023-07-11T10:59:06.184" v="1468" actId="1076"/>
          <ac:spMkLst>
            <pc:docMk/>
            <pc:sldMk cId="2931019200" sldId="272"/>
            <ac:spMk id="34" creationId="{C33D370A-6D0F-CA22-71C2-995EEBCEEF63}"/>
          </ac:spMkLst>
        </pc:spChg>
        <pc:spChg chg="mod">
          <ac:chgData name="Marc Chéhab" userId="ffa11e10dcae9352" providerId="LiveId" clId="{B825B741-DEC7-48AA-BE1F-E2D280B65C10}" dt="2023-07-11T10:59:19.868" v="1469" actId="1076"/>
          <ac:spMkLst>
            <pc:docMk/>
            <pc:sldMk cId="2931019200" sldId="272"/>
            <ac:spMk id="35" creationId="{9E9BB69D-329E-6195-B65F-7825667DBCEC}"/>
          </ac:spMkLst>
        </pc:spChg>
        <pc:spChg chg="mod">
          <ac:chgData name="Marc Chéhab" userId="ffa11e10dcae9352" providerId="LiveId" clId="{B825B741-DEC7-48AA-BE1F-E2D280B65C10}" dt="2023-07-11T10:59:06.184" v="1468" actId="1076"/>
          <ac:spMkLst>
            <pc:docMk/>
            <pc:sldMk cId="2931019200" sldId="272"/>
            <ac:spMk id="37" creationId="{D34EBB2B-EB03-D65B-1D91-2E6751C3B7A5}"/>
          </ac:spMkLst>
        </pc:spChg>
        <pc:spChg chg="mod">
          <ac:chgData name="Marc Chéhab" userId="ffa11e10dcae9352" providerId="LiveId" clId="{B825B741-DEC7-48AA-BE1F-E2D280B65C10}" dt="2023-07-11T10:59:19.868" v="1469" actId="1076"/>
          <ac:spMkLst>
            <pc:docMk/>
            <pc:sldMk cId="2931019200" sldId="272"/>
            <ac:spMk id="38" creationId="{4075EA72-0CA2-FDC0-93E9-FBF6205C0498}"/>
          </ac:spMkLst>
        </pc:spChg>
        <pc:spChg chg="mod ord">
          <ac:chgData name="Marc Chéhab" userId="ffa11e10dcae9352" providerId="LiveId" clId="{B825B741-DEC7-48AA-BE1F-E2D280B65C10}" dt="2023-07-11T10:59:19.868" v="1469" actId="1076"/>
          <ac:spMkLst>
            <pc:docMk/>
            <pc:sldMk cId="2931019200" sldId="272"/>
            <ac:spMk id="52" creationId="{47218753-C893-9E77-1AA7-C98522234E75}"/>
          </ac:spMkLst>
        </pc:spChg>
        <pc:spChg chg="del mod">
          <ac:chgData name="Marc Chéhab" userId="ffa11e10dcae9352" providerId="LiveId" clId="{B825B741-DEC7-48AA-BE1F-E2D280B65C10}" dt="2023-07-11T10:58:40.167" v="1465" actId="478"/>
          <ac:spMkLst>
            <pc:docMk/>
            <pc:sldMk cId="2931019200" sldId="272"/>
            <ac:spMk id="62" creationId="{39D2FF76-4A57-851A-55AF-C79EC09E04C9}"/>
          </ac:spMkLst>
        </pc:spChg>
        <pc:spChg chg="mod">
          <ac:chgData name="Marc Chéhab" userId="ffa11e10dcae9352" providerId="LiveId" clId="{B825B741-DEC7-48AA-BE1F-E2D280B65C10}" dt="2023-07-11T10:59:06.184" v="1468" actId="1076"/>
          <ac:spMkLst>
            <pc:docMk/>
            <pc:sldMk cId="2931019200" sldId="272"/>
            <ac:spMk id="63" creationId="{DDE22A6E-661B-0918-71F4-14322E7D12DD}"/>
          </ac:spMkLst>
        </pc:spChg>
        <pc:spChg chg="del mod">
          <ac:chgData name="Marc Chéhab" userId="ffa11e10dcae9352" providerId="LiveId" clId="{B825B741-DEC7-48AA-BE1F-E2D280B65C10}" dt="2023-07-11T10:58:43.177" v="1466" actId="478"/>
          <ac:spMkLst>
            <pc:docMk/>
            <pc:sldMk cId="2931019200" sldId="272"/>
            <ac:spMk id="64" creationId="{CB1E791A-201A-C77A-6869-59BDA64E786F}"/>
          </ac:spMkLst>
        </pc:spChg>
        <pc:spChg chg="mod">
          <ac:chgData name="Marc Chéhab" userId="ffa11e10dcae9352" providerId="LiveId" clId="{B825B741-DEC7-48AA-BE1F-E2D280B65C10}" dt="2023-07-11T10:59:06.184" v="1468" actId="1076"/>
          <ac:spMkLst>
            <pc:docMk/>
            <pc:sldMk cId="2931019200" sldId="272"/>
            <ac:spMk id="81" creationId="{03C1D4B1-4AFB-C9C4-54EB-34D996004BFF}"/>
          </ac:spMkLst>
        </pc:spChg>
        <pc:spChg chg="del mod">
          <ac:chgData name="Marc Chéhab" userId="ffa11e10dcae9352" providerId="LiveId" clId="{B825B741-DEC7-48AA-BE1F-E2D280B65C10}" dt="2023-07-11T10:58:37.954" v="1464" actId="478"/>
          <ac:spMkLst>
            <pc:docMk/>
            <pc:sldMk cId="2931019200" sldId="272"/>
            <ac:spMk id="82" creationId="{EC7EC951-262A-AD48-920E-9C07A5A61A5F}"/>
          </ac:spMkLst>
        </pc:spChg>
        <pc:grpChg chg="del mod">
          <ac:chgData name="Marc Chéhab" userId="ffa11e10dcae9352" providerId="LiveId" clId="{B825B741-DEC7-48AA-BE1F-E2D280B65C10}" dt="2023-07-11T10:58:34.850" v="1463" actId="478"/>
          <ac:grpSpMkLst>
            <pc:docMk/>
            <pc:sldMk cId="2931019200" sldId="272"/>
            <ac:grpSpMk id="61" creationId="{B814AB16-B0A8-C634-CBF2-BF8F34A2942D}"/>
          </ac:grpSpMkLst>
        </pc:grpChg>
        <pc:picChg chg="mod">
          <ac:chgData name="Marc Chéhab" userId="ffa11e10dcae9352" providerId="LiveId" clId="{B825B741-DEC7-48AA-BE1F-E2D280B65C10}" dt="2023-07-11T10:59:06.184" v="1468" actId="1076"/>
          <ac:picMkLst>
            <pc:docMk/>
            <pc:sldMk cId="2931019200" sldId="272"/>
            <ac:picMk id="6" creationId="{A9B1CEFF-3F19-2DCE-9166-A3C431851482}"/>
          </ac:picMkLst>
        </pc:picChg>
        <pc:picChg chg="mod">
          <ac:chgData name="Marc Chéhab" userId="ffa11e10dcae9352" providerId="LiveId" clId="{B825B741-DEC7-48AA-BE1F-E2D280B65C10}" dt="2023-07-11T10:59:06.184" v="1468" actId="1076"/>
          <ac:picMkLst>
            <pc:docMk/>
            <pc:sldMk cId="2931019200" sldId="272"/>
            <ac:picMk id="8" creationId="{089ADBBA-8704-D0AA-D887-0F83069C99E4}"/>
          </ac:picMkLst>
        </pc:picChg>
        <pc:picChg chg="mod">
          <ac:chgData name="Marc Chéhab" userId="ffa11e10dcae9352" providerId="LiveId" clId="{B825B741-DEC7-48AA-BE1F-E2D280B65C10}" dt="2023-07-11T10:59:06.184" v="1468" actId="1076"/>
          <ac:picMkLst>
            <pc:docMk/>
            <pc:sldMk cId="2931019200" sldId="272"/>
            <ac:picMk id="10" creationId="{69D03ADD-9A7C-4131-3A5D-A7E9728F964F}"/>
          </ac:picMkLst>
        </pc:picChg>
        <pc:picChg chg="mod">
          <ac:chgData name="Marc Chéhab" userId="ffa11e10dcae9352" providerId="LiveId" clId="{B825B741-DEC7-48AA-BE1F-E2D280B65C10}" dt="2023-07-11T10:59:06.184" v="1468" actId="1076"/>
          <ac:picMkLst>
            <pc:docMk/>
            <pc:sldMk cId="2931019200" sldId="272"/>
            <ac:picMk id="12" creationId="{E9C87FD4-B15A-ACB8-4939-95B55F50448F}"/>
          </ac:picMkLst>
        </pc:picChg>
        <pc:picChg chg="mod">
          <ac:chgData name="Marc Chéhab" userId="ffa11e10dcae9352" providerId="LiveId" clId="{B825B741-DEC7-48AA-BE1F-E2D280B65C10}" dt="2023-07-11T10:59:06.184" v="1468" actId="1076"/>
          <ac:picMkLst>
            <pc:docMk/>
            <pc:sldMk cId="2931019200" sldId="272"/>
            <ac:picMk id="13" creationId="{E78C91FF-A617-1D44-8F5F-AF370C2FB552}"/>
          </ac:picMkLst>
        </pc:picChg>
        <pc:cxnChg chg="mod">
          <ac:chgData name="Marc Chéhab" userId="ffa11e10dcae9352" providerId="LiveId" clId="{B825B741-DEC7-48AA-BE1F-E2D280B65C10}" dt="2023-07-11T10:59:06.184" v="1468" actId="1076"/>
          <ac:cxnSpMkLst>
            <pc:docMk/>
            <pc:sldMk cId="2931019200" sldId="272"/>
            <ac:cxnSpMk id="15" creationId="{0788CF23-BAFD-6E72-C502-ECEC374AC811}"/>
          </ac:cxnSpMkLst>
        </pc:cxnChg>
        <pc:cxnChg chg="mod">
          <ac:chgData name="Marc Chéhab" userId="ffa11e10dcae9352" providerId="LiveId" clId="{B825B741-DEC7-48AA-BE1F-E2D280B65C10}" dt="2023-07-11T10:59:06.184" v="1468" actId="1076"/>
          <ac:cxnSpMkLst>
            <pc:docMk/>
            <pc:sldMk cId="2931019200" sldId="272"/>
            <ac:cxnSpMk id="16" creationId="{B4A4FF76-33BF-F49B-6D22-007D69C32357}"/>
          </ac:cxnSpMkLst>
        </pc:cxnChg>
        <pc:cxnChg chg="mod">
          <ac:chgData name="Marc Chéhab" userId="ffa11e10dcae9352" providerId="LiveId" clId="{B825B741-DEC7-48AA-BE1F-E2D280B65C10}" dt="2023-07-11T10:59:06.184" v="1468" actId="1076"/>
          <ac:cxnSpMkLst>
            <pc:docMk/>
            <pc:sldMk cId="2931019200" sldId="272"/>
            <ac:cxnSpMk id="21" creationId="{59607B5B-F249-457B-7EEE-4CD0DBA794D3}"/>
          </ac:cxnSpMkLst>
        </pc:cxnChg>
        <pc:cxnChg chg="mod">
          <ac:chgData name="Marc Chéhab" userId="ffa11e10dcae9352" providerId="LiveId" clId="{B825B741-DEC7-48AA-BE1F-E2D280B65C10}" dt="2023-07-11T10:59:06.184" v="1468" actId="1076"/>
          <ac:cxnSpMkLst>
            <pc:docMk/>
            <pc:sldMk cId="2931019200" sldId="272"/>
            <ac:cxnSpMk id="28" creationId="{590DAABC-2146-A54B-0150-BB656E21B1C9}"/>
          </ac:cxnSpMkLst>
        </pc:cxnChg>
        <pc:cxnChg chg="del mod">
          <ac:chgData name="Marc Chéhab" userId="ffa11e10dcae9352" providerId="LiveId" clId="{B825B741-DEC7-48AA-BE1F-E2D280B65C10}" dt="2023-07-11T10:58:34.850" v="1463" actId="478"/>
          <ac:cxnSpMkLst>
            <pc:docMk/>
            <pc:sldMk cId="2931019200" sldId="272"/>
            <ac:cxnSpMk id="65" creationId="{94E973AF-945E-8312-7975-8495FD168011}"/>
          </ac:cxnSpMkLst>
        </pc:cxnChg>
        <pc:cxnChg chg="del mod">
          <ac:chgData name="Marc Chéhab" userId="ffa11e10dcae9352" providerId="LiveId" clId="{B825B741-DEC7-48AA-BE1F-E2D280B65C10}" dt="2023-07-11T10:58:45.945" v="1467" actId="478"/>
          <ac:cxnSpMkLst>
            <pc:docMk/>
            <pc:sldMk cId="2931019200" sldId="272"/>
            <ac:cxnSpMk id="68" creationId="{09ECB886-D05E-5714-F125-6AE05C942730}"/>
          </ac:cxnSpMkLst>
        </pc:cxnChg>
      </pc:sldChg>
      <pc:sldChg chg="add del">
        <pc:chgData name="Marc Chéhab" userId="ffa11e10dcae9352" providerId="LiveId" clId="{B825B741-DEC7-48AA-BE1F-E2D280B65C10}" dt="2023-07-11T09:18:20.716" v="1007"/>
        <pc:sldMkLst>
          <pc:docMk/>
          <pc:sldMk cId="4137818775" sldId="272"/>
        </pc:sldMkLst>
      </pc:sldChg>
      <pc:sldChg chg="addSp delSp modSp new mod ord">
        <pc:chgData name="Marc Chéhab" userId="ffa11e10dcae9352" providerId="LiveId" clId="{B825B741-DEC7-48AA-BE1F-E2D280B65C10}" dt="2023-07-11T10:53:06.721" v="1447" actId="1076"/>
        <pc:sldMkLst>
          <pc:docMk/>
          <pc:sldMk cId="3135076046" sldId="273"/>
        </pc:sldMkLst>
        <pc:spChg chg="mod">
          <ac:chgData name="Marc Chéhab" userId="ffa11e10dcae9352" providerId="LiveId" clId="{B825B741-DEC7-48AA-BE1F-E2D280B65C10}" dt="2023-07-11T10:53:06.721" v="1447" actId="1076"/>
          <ac:spMkLst>
            <pc:docMk/>
            <pc:sldMk cId="3135076046" sldId="273"/>
            <ac:spMk id="2" creationId="{B8DA0F1F-DF22-9985-3CB6-F90CE395125B}"/>
          </ac:spMkLst>
        </pc:spChg>
        <pc:spChg chg="del">
          <ac:chgData name="Marc Chéhab" userId="ffa11e10dcae9352" providerId="LiveId" clId="{B825B741-DEC7-48AA-BE1F-E2D280B65C10}" dt="2023-07-11T09:41:04.735" v="1391" actId="478"/>
          <ac:spMkLst>
            <pc:docMk/>
            <pc:sldMk cId="3135076046" sldId="273"/>
            <ac:spMk id="3" creationId="{789CECB4-07B7-802C-9A94-918FF6CEE9C4}"/>
          </ac:spMkLst>
        </pc:spChg>
        <pc:spChg chg="del">
          <ac:chgData name="Marc Chéhab" userId="ffa11e10dcae9352" providerId="LiveId" clId="{B825B741-DEC7-48AA-BE1F-E2D280B65C10}" dt="2023-07-11T09:41:14.975" v="1395" actId="478"/>
          <ac:spMkLst>
            <pc:docMk/>
            <pc:sldMk cId="3135076046" sldId="273"/>
            <ac:spMk id="4" creationId="{75B2A9F7-BFF9-44BB-4C38-19C7F560ECFD}"/>
          </ac:spMkLst>
        </pc:spChg>
        <pc:picChg chg="add mod">
          <ac:chgData name="Marc Chéhab" userId="ffa11e10dcae9352" providerId="LiveId" clId="{B825B741-DEC7-48AA-BE1F-E2D280B65C10}" dt="2023-07-11T09:41:10.334" v="1394" actId="14100"/>
          <ac:picMkLst>
            <pc:docMk/>
            <pc:sldMk cId="3135076046" sldId="273"/>
            <ac:picMk id="3074" creationId="{DABBBD1F-DFB4-659A-C8CF-D2F3728E9B79}"/>
          </ac:picMkLst>
        </pc:picChg>
        <pc:picChg chg="add mod">
          <ac:chgData name="Marc Chéhab" userId="ffa11e10dcae9352" providerId="LiveId" clId="{B825B741-DEC7-48AA-BE1F-E2D280B65C10}" dt="2023-07-11T09:41:39.672" v="1399" actId="14100"/>
          <ac:picMkLst>
            <pc:docMk/>
            <pc:sldMk cId="3135076046" sldId="273"/>
            <ac:picMk id="3076" creationId="{5BE06660-0411-81C9-AE34-51181D34D377}"/>
          </ac:picMkLst>
        </pc:picChg>
      </pc:sldChg>
      <pc:sldChg chg="new del">
        <pc:chgData name="Marc Chéhab" userId="ffa11e10dcae9352" providerId="LiveId" clId="{B825B741-DEC7-48AA-BE1F-E2D280B65C10}" dt="2023-07-11T10:58:07.279" v="1460" actId="47"/>
        <pc:sldMkLst>
          <pc:docMk/>
          <pc:sldMk cId="817634096" sldId="274"/>
        </pc:sldMkLst>
      </pc:sldChg>
      <pc:sldChg chg="add del">
        <pc:chgData name="Marc Chéhab" userId="ffa11e10dcae9352" providerId="LiveId" clId="{B825B741-DEC7-48AA-BE1F-E2D280B65C10}" dt="2023-07-11T10:56:18.947" v="1455" actId="47"/>
        <pc:sldMkLst>
          <pc:docMk/>
          <pc:sldMk cId="3941653802" sldId="275"/>
        </pc:sldMkLst>
      </pc:sldChg>
      <pc:sldChg chg="delSp modSp add mod delAnim">
        <pc:chgData name="Marc Chéhab" userId="ffa11e10dcae9352" providerId="LiveId" clId="{B825B741-DEC7-48AA-BE1F-E2D280B65C10}" dt="2023-07-11T10:58:02.456" v="1459" actId="167"/>
        <pc:sldMkLst>
          <pc:docMk/>
          <pc:sldMk cId="1135375577" sldId="276"/>
        </pc:sldMkLst>
        <pc:spChg chg="del">
          <ac:chgData name="Marc Chéhab" userId="ffa11e10dcae9352" providerId="LiveId" clId="{B825B741-DEC7-48AA-BE1F-E2D280B65C10}" dt="2023-07-11T10:56:00.797" v="1454" actId="478"/>
          <ac:spMkLst>
            <pc:docMk/>
            <pc:sldMk cId="1135375577" sldId="276"/>
            <ac:spMk id="34" creationId="{C33D370A-6D0F-CA22-71C2-995EEBCEEF63}"/>
          </ac:spMkLst>
        </pc:spChg>
        <pc:spChg chg="del">
          <ac:chgData name="Marc Chéhab" userId="ffa11e10dcae9352" providerId="LiveId" clId="{B825B741-DEC7-48AA-BE1F-E2D280B65C10}" dt="2023-07-11T10:56:00.797" v="1454" actId="478"/>
          <ac:spMkLst>
            <pc:docMk/>
            <pc:sldMk cId="1135375577" sldId="276"/>
            <ac:spMk id="35" creationId="{9E9BB69D-329E-6195-B65F-7825667DBCEC}"/>
          </ac:spMkLst>
        </pc:spChg>
        <pc:spChg chg="del">
          <ac:chgData name="Marc Chéhab" userId="ffa11e10dcae9352" providerId="LiveId" clId="{B825B741-DEC7-48AA-BE1F-E2D280B65C10}" dt="2023-07-11T10:56:00.797" v="1454" actId="478"/>
          <ac:spMkLst>
            <pc:docMk/>
            <pc:sldMk cId="1135375577" sldId="276"/>
            <ac:spMk id="37" creationId="{D34EBB2B-EB03-D65B-1D91-2E6751C3B7A5}"/>
          </ac:spMkLst>
        </pc:spChg>
        <pc:spChg chg="del">
          <ac:chgData name="Marc Chéhab" userId="ffa11e10dcae9352" providerId="LiveId" clId="{B825B741-DEC7-48AA-BE1F-E2D280B65C10}" dt="2023-07-11T10:56:00.797" v="1454" actId="478"/>
          <ac:spMkLst>
            <pc:docMk/>
            <pc:sldMk cId="1135375577" sldId="276"/>
            <ac:spMk id="38" creationId="{4075EA72-0CA2-FDC0-93E9-FBF6205C0498}"/>
          </ac:spMkLst>
        </pc:spChg>
        <pc:spChg chg="mod ord">
          <ac:chgData name="Marc Chéhab" userId="ffa11e10dcae9352" providerId="LiveId" clId="{B825B741-DEC7-48AA-BE1F-E2D280B65C10}" dt="2023-07-11T10:58:02.456" v="1459" actId="167"/>
          <ac:spMkLst>
            <pc:docMk/>
            <pc:sldMk cId="1135375577" sldId="276"/>
            <ac:spMk id="52" creationId="{47218753-C893-9E77-1AA7-C98522234E75}"/>
          </ac:spMkLst>
        </pc:spChg>
        <pc:spChg chg="del">
          <ac:chgData name="Marc Chéhab" userId="ffa11e10dcae9352" providerId="LiveId" clId="{B825B741-DEC7-48AA-BE1F-E2D280B65C10}" dt="2023-07-11T10:56:00.797" v="1454" actId="478"/>
          <ac:spMkLst>
            <pc:docMk/>
            <pc:sldMk cId="1135375577" sldId="276"/>
            <ac:spMk id="63" creationId="{DDE22A6E-661B-0918-71F4-14322E7D12DD}"/>
          </ac:spMkLst>
        </pc:spChg>
      </pc:sldChg>
      <pc:sldChg chg="add del">
        <pc:chgData name="Marc Chéhab" userId="ffa11e10dcae9352" providerId="LiveId" clId="{B825B741-DEC7-48AA-BE1F-E2D280B65C10}" dt="2023-07-11T10:55:48.923" v="1451"/>
        <pc:sldMkLst>
          <pc:docMk/>
          <pc:sldMk cId="3665588476" sldId="276"/>
        </pc:sldMkLst>
      </pc:sldChg>
      <pc:sldChg chg="delSp add mod delAnim">
        <pc:chgData name="Marc Chéhab" userId="ffa11e10dcae9352" providerId="LiveId" clId="{B825B741-DEC7-48AA-BE1F-E2D280B65C10}" dt="2023-07-11T11:01:12.919" v="1473" actId="478"/>
        <pc:sldMkLst>
          <pc:docMk/>
          <pc:sldMk cId="3439649363" sldId="277"/>
        </pc:sldMkLst>
        <pc:spChg chg="del">
          <ac:chgData name="Marc Chéhab" userId="ffa11e10dcae9352" providerId="LiveId" clId="{B825B741-DEC7-48AA-BE1F-E2D280B65C10}" dt="2023-07-11T11:01:12.919" v="1473" actId="478"/>
          <ac:spMkLst>
            <pc:docMk/>
            <pc:sldMk cId="3439649363" sldId="277"/>
            <ac:spMk id="28" creationId="{303B0175-7E03-4887-0E07-809D1AE48165}"/>
          </ac:spMkLst>
        </pc:spChg>
      </pc:sldChg>
      <pc:sldChg chg="addSp delSp modSp new mod">
        <pc:chgData name="Marc Chéhab" userId="ffa11e10dcae9352" providerId="LiveId" clId="{B825B741-DEC7-48AA-BE1F-E2D280B65C10}" dt="2023-07-11T11:12:20.550" v="1710" actId="1076"/>
        <pc:sldMkLst>
          <pc:docMk/>
          <pc:sldMk cId="3319252206" sldId="278"/>
        </pc:sldMkLst>
        <pc:spChg chg="mod">
          <ac:chgData name="Marc Chéhab" userId="ffa11e10dcae9352" providerId="LiveId" clId="{B825B741-DEC7-48AA-BE1F-E2D280B65C10}" dt="2023-07-11T11:11:20.580" v="1697" actId="20577"/>
          <ac:spMkLst>
            <pc:docMk/>
            <pc:sldMk cId="3319252206" sldId="278"/>
            <ac:spMk id="2" creationId="{91117DDC-7080-8FA8-CFA9-28953687A6C6}"/>
          </ac:spMkLst>
        </pc:spChg>
        <pc:spChg chg="del">
          <ac:chgData name="Marc Chéhab" userId="ffa11e10dcae9352" providerId="LiveId" clId="{B825B741-DEC7-48AA-BE1F-E2D280B65C10}" dt="2023-07-11T11:05:54.922" v="1518" actId="478"/>
          <ac:spMkLst>
            <pc:docMk/>
            <pc:sldMk cId="3319252206" sldId="278"/>
            <ac:spMk id="3" creationId="{093E662C-BD66-C8C8-F93A-5ACCFA68D44C}"/>
          </ac:spMkLst>
        </pc:spChg>
        <pc:spChg chg="del">
          <ac:chgData name="Marc Chéhab" userId="ffa11e10dcae9352" providerId="LiveId" clId="{B825B741-DEC7-48AA-BE1F-E2D280B65C10}" dt="2023-07-11T11:05:57.224" v="1519" actId="478"/>
          <ac:spMkLst>
            <pc:docMk/>
            <pc:sldMk cId="3319252206" sldId="278"/>
            <ac:spMk id="4" creationId="{AD2ED07F-9B2D-66EA-072B-1468CAD26F3F}"/>
          </ac:spMkLst>
        </pc:spChg>
        <pc:spChg chg="add del">
          <ac:chgData name="Marc Chéhab" userId="ffa11e10dcae9352" providerId="LiveId" clId="{B825B741-DEC7-48AA-BE1F-E2D280B65C10}" dt="2023-07-11T11:07:45.656" v="1564" actId="22"/>
          <ac:spMkLst>
            <pc:docMk/>
            <pc:sldMk cId="3319252206" sldId="278"/>
            <ac:spMk id="6" creationId="{9B5FF7F3-CA4B-63CC-6F76-841CD4782BED}"/>
          </ac:spMkLst>
        </pc:spChg>
        <pc:spChg chg="add mod">
          <ac:chgData name="Marc Chéhab" userId="ffa11e10dcae9352" providerId="LiveId" clId="{B825B741-DEC7-48AA-BE1F-E2D280B65C10}" dt="2023-07-11T11:12:20.550" v="1710" actId="1076"/>
          <ac:spMkLst>
            <pc:docMk/>
            <pc:sldMk cId="3319252206" sldId="278"/>
            <ac:spMk id="7" creationId="{C223D5E8-83AF-8D91-76CF-9E33D45CD880}"/>
          </ac:spMkLst>
        </pc:spChg>
        <pc:spChg chg="add mod">
          <ac:chgData name="Marc Chéhab" userId="ffa11e10dcae9352" providerId="LiveId" clId="{B825B741-DEC7-48AA-BE1F-E2D280B65C10}" dt="2023-07-11T11:10:49.164" v="1677" actId="1076"/>
          <ac:spMkLst>
            <pc:docMk/>
            <pc:sldMk cId="3319252206" sldId="278"/>
            <ac:spMk id="8" creationId="{64E94AF7-18A9-802F-2E7F-04D58D638579}"/>
          </ac:spMkLst>
        </pc:spChg>
        <pc:picChg chg="add mod">
          <ac:chgData name="Marc Chéhab" userId="ffa11e10dcae9352" providerId="LiveId" clId="{B825B741-DEC7-48AA-BE1F-E2D280B65C10}" dt="2023-07-11T11:10:19.361" v="1654" actId="1076"/>
          <ac:picMkLst>
            <pc:docMk/>
            <pc:sldMk cId="3319252206" sldId="278"/>
            <ac:picMk id="1026" creationId="{F8019797-2B4C-89C0-0AEC-A1C3C6A28621}"/>
          </ac:picMkLst>
        </pc:picChg>
        <pc:picChg chg="add mod">
          <ac:chgData name="Marc Chéhab" userId="ffa11e10dcae9352" providerId="LiveId" clId="{B825B741-DEC7-48AA-BE1F-E2D280B65C10}" dt="2023-07-11T11:09:23.482" v="1578" actId="1076"/>
          <ac:picMkLst>
            <pc:docMk/>
            <pc:sldMk cId="3319252206" sldId="278"/>
            <ac:picMk id="1028" creationId="{E699F163-2416-F103-17F4-15A4B8CB6F69}"/>
          </ac:picMkLst>
        </pc:picChg>
        <pc:picChg chg="add mod">
          <ac:chgData name="Marc Chéhab" userId="ffa11e10dcae9352" providerId="LiveId" clId="{B825B741-DEC7-48AA-BE1F-E2D280B65C10}" dt="2023-07-11T11:09:14.872" v="1575" actId="196"/>
          <ac:picMkLst>
            <pc:docMk/>
            <pc:sldMk cId="3319252206" sldId="278"/>
            <ac:picMk id="1030" creationId="{0BDA63EA-623C-E21F-5297-01B01627B3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355600" y="742950"/>
            <a:ext cx="6615113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ftr" idx="11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" name="Google Shape;6;n" descr="logo_kalaidos_sw_d.ep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36021" y="248166"/>
            <a:ext cx="1359535" cy="4411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n"/>
          <p:cNvSpPr txBox="1"/>
          <p:nvPr/>
        </p:nvSpPr>
        <p:spPr>
          <a:xfrm>
            <a:off x="528709" y="248166"/>
            <a:ext cx="4270576" cy="16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Departement Wirtschaft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3"/>
            <a:ext cx="2593187" cy="342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Seite </a:t>
            </a:r>
            <a:fld id="{00000000-1234-1234-1234-123412341234}" type="slidenum">
              <a:rPr lang="de-CH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173894" y="164608"/>
            <a:ext cx="5282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334437" y="1557343"/>
            <a:ext cx="5659967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100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10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2"/>
          </p:nvPr>
        </p:nvSpPr>
        <p:spPr>
          <a:xfrm>
            <a:off x="6197603" y="1557343"/>
            <a:ext cx="5659967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marL="914400" lvl="1" indent="-381000" algn="l">
              <a:spcBef>
                <a:spcPts val="100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10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73894" y="164608"/>
            <a:ext cx="5282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600" b="1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28275" y="1109374"/>
            <a:ext cx="10257000" cy="53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Oswald Medium"/>
              <a:buChar char="▪"/>
              <a:defRPr sz="3200" i="0" u="none" strike="noStrike" cap="non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marL="914400" marR="0" lvl="1" indent="-4191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Oswald Medium"/>
              <a:buChar char="▪"/>
              <a:defRPr sz="3000" i="0" u="none" strike="noStrike" cap="non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marL="1371600" marR="0" lvl="2" indent="-4064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Roboto"/>
              <a:buChar char="▪"/>
              <a:defRPr sz="2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937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93700" algn="l" rtl="0"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937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Char char="▪"/>
              <a:defRPr sz="26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GB" dirty="0" err="1"/>
              <a:t>asda</a:t>
            </a:r>
            <a:endParaRPr dirty="0"/>
          </a:p>
        </p:txBody>
      </p:sp>
      <p:sp>
        <p:nvSpPr>
          <p:cNvPr id="12" name="Google Shape;12;p1"/>
          <p:cNvSpPr/>
          <p:nvPr/>
        </p:nvSpPr>
        <p:spPr>
          <a:xfrm>
            <a:off x="4876800" y="6570281"/>
            <a:ext cx="2438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Folie </a:t>
            </a:r>
            <a:fld id="{00000000-1234-1234-1234-123412341234}" type="slidenum">
              <a:rPr lang="de-CH" sz="800" b="1" i="0" u="none" strike="noStrike" cap="none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‹#›</a:t>
            </a:fld>
            <a:r>
              <a:rPr lang="de-CH" sz="800" b="0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 </a:t>
            </a:r>
            <a:b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</a:br>
            <a:r>
              <a:rPr lang="de-CH" sz="800" b="1" i="0" u="none" strike="noStrike" cap="none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2022, </a:t>
            </a:r>
            <a:r>
              <a:rPr lang="de-CH" sz="800" b="1" dirty="0">
                <a:solidFill>
                  <a:srgbClr val="FFD2A4"/>
                </a:solidFill>
                <a:latin typeface="+mn-lt"/>
                <a:ea typeface="Roboto"/>
                <a:cs typeface="Roboto"/>
                <a:sym typeface="Roboto"/>
              </a:rPr>
              <a:t>Marc Chéhab</a:t>
            </a:r>
            <a:endParaRPr sz="800" b="0" i="0" u="none" strike="noStrike" cap="none" dirty="0">
              <a:solidFill>
                <a:srgbClr val="FFD2A4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A62C-0A61-77E6-88D5-7607EB49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950" y="413902"/>
            <a:ext cx="5282100" cy="734254"/>
          </a:xfrm>
        </p:spPr>
        <p:txBody>
          <a:bodyPr/>
          <a:lstStyle/>
          <a:p>
            <a:r>
              <a:rPr lang="en-GB" sz="4000" dirty="0"/>
              <a:t>TCP-IP </a:t>
            </a:r>
            <a:r>
              <a:rPr lang="en-GB" sz="4000" dirty="0" err="1"/>
              <a:t>Schichtmodell</a:t>
            </a:r>
            <a:endParaRPr lang="de-CH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C83A9-FBF4-6219-9E0B-9916D7C48FE1}"/>
              </a:ext>
            </a:extLst>
          </p:cNvPr>
          <p:cNvSpPr/>
          <p:nvPr/>
        </p:nvSpPr>
        <p:spPr>
          <a:xfrm>
            <a:off x="4604084" y="1808090"/>
            <a:ext cx="1491916" cy="7342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Daten</a:t>
            </a:r>
            <a:endParaRPr lang="de-CH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946597-7D9C-8969-F86C-F83C95C6E77A}"/>
              </a:ext>
            </a:extLst>
          </p:cNvPr>
          <p:cNvSpPr/>
          <p:nvPr/>
        </p:nvSpPr>
        <p:spPr>
          <a:xfrm>
            <a:off x="4604085" y="2694745"/>
            <a:ext cx="1491916" cy="7342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Daten</a:t>
            </a:r>
            <a:endParaRPr lang="de-CH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0EF406-1AC6-1E8F-52DE-602F762BEA7C}"/>
              </a:ext>
            </a:extLst>
          </p:cNvPr>
          <p:cNvSpPr/>
          <p:nvPr/>
        </p:nvSpPr>
        <p:spPr>
          <a:xfrm>
            <a:off x="3710311" y="2694745"/>
            <a:ext cx="893773" cy="7342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TCP/UDP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E8B7A-8C43-BED9-BC39-A84BA260DE8D}"/>
              </a:ext>
            </a:extLst>
          </p:cNvPr>
          <p:cNvSpPr/>
          <p:nvPr/>
        </p:nvSpPr>
        <p:spPr>
          <a:xfrm>
            <a:off x="4604084" y="3581400"/>
            <a:ext cx="1491916" cy="7342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Daten</a:t>
            </a:r>
            <a:endParaRPr lang="de-CH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B78EBE-0298-C184-05B7-95FC2292553B}"/>
              </a:ext>
            </a:extLst>
          </p:cNvPr>
          <p:cNvSpPr/>
          <p:nvPr/>
        </p:nvSpPr>
        <p:spPr>
          <a:xfrm>
            <a:off x="3710310" y="3581400"/>
            <a:ext cx="893773" cy="7342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TCP/UDP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160FB2-5EE8-E4ED-0AE4-EF7C87C9D061}"/>
              </a:ext>
            </a:extLst>
          </p:cNvPr>
          <p:cNvSpPr/>
          <p:nvPr/>
        </p:nvSpPr>
        <p:spPr>
          <a:xfrm>
            <a:off x="4604083" y="2694746"/>
            <a:ext cx="1491917" cy="734254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15527C-2409-F1D9-0B00-86CFAEDB5025}"/>
              </a:ext>
            </a:extLst>
          </p:cNvPr>
          <p:cNvSpPr/>
          <p:nvPr/>
        </p:nvSpPr>
        <p:spPr>
          <a:xfrm>
            <a:off x="2816535" y="3578506"/>
            <a:ext cx="893773" cy="734254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IP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E29776-5F90-DC84-E4E0-96D62693B2C4}"/>
              </a:ext>
            </a:extLst>
          </p:cNvPr>
          <p:cNvSpPr/>
          <p:nvPr/>
        </p:nvSpPr>
        <p:spPr>
          <a:xfrm>
            <a:off x="3710309" y="3578506"/>
            <a:ext cx="2385691" cy="734254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D0A34-42DC-7F2A-897A-AA930303B639}"/>
              </a:ext>
            </a:extLst>
          </p:cNvPr>
          <p:cNvSpPr/>
          <p:nvPr/>
        </p:nvSpPr>
        <p:spPr>
          <a:xfrm>
            <a:off x="4604084" y="4465160"/>
            <a:ext cx="1491916" cy="7342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+mj-lt"/>
              </a:rPr>
              <a:t>Daten</a:t>
            </a:r>
            <a:endParaRPr lang="de-CH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009A21-B710-E132-A733-7A42E128AA2A}"/>
              </a:ext>
            </a:extLst>
          </p:cNvPr>
          <p:cNvSpPr/>
          <p:nvPr/>
        </p:nvSpPr>
        <p:spPr>
          <a:xfrm>
            <a:off x="3710310" y="4465160"/>
            <a:ext cx="893773" cy="73425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TCP/UDP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4F12F6-B68B-AEFD-0382-41F25526E55B}"/>
              </a:ext>
            </a:extLst>
          </p:cNvPr>
          <p:cNvSpPr/>
          <p:nvPr/>
        </p:nvSpPr>
        <p:spPr>
          <a:xfrm>
            <a:off x="2816535" y="4462266"/>
            <a:ext cx="893773" cy="734254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IP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80EA03-D33B-0635-BA96-644A1D91E2C3}"/>
              </a:ext>
            </a:extLst>
          </p:cNvPr>
          <p:cNvSpPr/>
          <p:nvPr/>
        </p:nvSpPr>
        <p:spPr>
          <a:xfrm>
            <a:off x="1922759" y="4462266"/>
            <a:ext cx="893773" cy="734254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Ethernet-Frame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Header</a:t>
            </a:r>
            <a:endParaRPr lang="de-CH" sz="1100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93A3FF-F53D-FDEF-053F-B93216632D69}"/>
              </a:ext>
            </a:extLst>
          </p:cNvPr>
          <p:cNvSpPr/>
          <p:nvPr/>
        </p:nvSpPr>
        <p:spPr>
          <a:xfrm>
            <a:off x="6096001" y="4462266"/>
            <a:ext cx="625232" cy="734254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latin typeface="+mj-lt"/>
              </a:rPr>
              <a:t>Frame</a:t>
            </a:r>
            <a:br>
              <a:rPr lang="en-GB" sz="1100" dirty="0">
                <a:latin typeface="+mj-lt"/>
              </a:rPr>
            </a:br>
            <a:r>
              <a:rPr lang="en-GB" sz="1100" dirty="0">
                <a:latin typeface="+mj-lt"/>
              </a:rPr>
              <a:t>Footer (FCS)</a:t>
            </a:r>
            <a:endParaRPr lang="de-CH" sz="1100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03FB6-9A4B-AA6F-13CF-B2BEC7B25136}"/>
              </a:ext>
            </a:extLst>
          </p:cNvPr>
          <p:cNvSpPr/>
          <p:nvPr/>
        </p:nvSpPr>
        <p:spPr>
          <a:xfrm>
            <a:off x="2816535" y="4462266"/>
            <a:ext cx="3279465" cy="734254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D18E3-DB98-B5F0-EFDD-DE100CB30DFE}"/>
              </a:ext>
            </a:extLst>
          </p:cNvPr>
          <p:cNvSpPr txBox="1"/>
          <p:nvPr/>
        </p:nvSpPr>
        <p:spPr>
          <a:xfrm flipH="1">
            <a:off x="6968517" y="1928048"/>
            <a:ext cx="3537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+mj-lt"/>
              </a:rPr>
              <a:t>Sie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geben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Daten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auf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einer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Website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ein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.</a:t>
            </a:r>
            <a:endParaRPr lang="de-CH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6CD7D-426B-77CF-8BBF-D30ABD6BC9F1}"/>
              </a:ext>
            </a:extLst>
          </p:cNvPr>
          <p:cNvSpPr txBox="1"/>
          <p:nvPr/>
        </p:nvSpPr>
        <p:spPr>
          <a:xfrm flipH="1">
            <a:off x="6968516" y="2769484"/>
            <a:ext cx="4669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+mj-lt"/>
              </a:rPr>
              <a:t>Ihr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Browser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generiert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daraus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HTTPS-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Pakete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und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adressiert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sie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an den Webserver (Port 443) auf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dem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Zielcomputer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.</a:t>
            </a:r>
            <a:endParaRPr lang="de-CH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A5CFD1-E583-7D7C-89E6-E0BBB339E703}"/>
              </a:ext>
            </a:extLst>
          </p:cNvPr>
          <p:cNvSpPr txBox="1"/>
          <p:nvPr/>
        </p:nvSpPr>
        <p:spPr>
          <a:xfrm flipH="1">
            <a:off x="6968515" y="3653245"/>
            <a:ext cx="466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+mj-lt"/>
              </a:rPr>
              <a:t>Diese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TCP-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Daten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werden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insgesamt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an die </a:t>
            </a:r>
            <a:br>
              <a:rPr lang="en-GB" sz="1600" dirty="0">
                <a:solidFill>
                  <a:schemeClr val="bg1"/>
                </a:solidFill>
                <a:latin typeface="+mj-lt"/>
              </a:rPr>
            </a:br>
            <a:r>
              <a:rPr lang="en-GB" sz="1600" dirty="0">
                <a:solidFill>
                  <a:schemeClr val="bg1"/>
                </a:solidFill>
                <a:latin typeface="+mj-lt"/>
              </a:rPr>
              <a:t>IP-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Adresse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des Webservers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adressiert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.</a:t>
            </a:r>
            <a:endParaRPr lang="de-CH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A93B1-FF9E-C4EC-506A-687B393CA34F}"/>
              </a:ext>
            </a:extLst>
          </p:cNvPr>
          <p:cNvSpPr txBox="1"/>
          <p:nvPr/>
        </p:nvSpPr>
        <p:spPr>
          <a:xfrm flipH="1">
            <a:off x="6968513" y="4660116"/>
            <a:ext cx="48155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+mj-lt"/>
              </a:rPr>
              <a:t>Die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Daten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werden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in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einem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Ethernet-Frame an die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nächst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beste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Stelle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gesendet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z.B.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+mj-lt"/>
              </a:rPr>
              <a:t>ein</a:t>
            </a:r>
            <a:r>
              <a:rPr lang="en-GB" sz="1600" dirty="0">
                <a:solidFill>
                  <a:schemeClr val="bg1"/>
                </a:solidFill>
                <a:latin typeface="+mj-lt"/>
              </a:rPr>
              <a:t> Router.</a:t>
            </a:r>
            <a:endParaRPr lang="de-CH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938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1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16" grpId="0" animBg="1"/>
      <p:bldP spid="24" grpId="0"/>
      <p:bldP spid="2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E0DEAC2-3F50-98D3-8CA9-CBEAFEAC9119}"/>
              </a:ext>
            </a:extLst>
          </p:cNvPr>
          <p:cNvSpPr/>
          <p:nvPr/>
        </p:nvSpPr>
        <p:spPr>
          <a:xfrm>
            <a:off x="639393" y="2547984"/>
            <a:ext cx="3102828" cy="265653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7A6F24-6C5A-64C5-C32D-04F81C23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12" y="152836"/>
            <a:ext cx="5282100" cy="734254"/>
          </a:xfrm>
        </p:spPr>
        <p:txBody>
          <a:bodyPr/>
          <a:lstStyle/>
          <a:p>
            <a:pPr algn="ctr"/>
            <a:r>
              <a:rPr lang="en-GB" sz="4000" dirty="0"/>
              <a:t>TCP-IP </a:t>
            </a:r>
            <a:r>
              <a:rPr lang="en-GB" sz="4000" dirty="0" err="1"/>
              <a:t>Verkehr</a:t>
            </a:r>
            <a:endParaRPr lang="de-CH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9C840-C4B8-879F-22FD-4549BA16C756}"/>
              </a:ext>
            </a:extLst>
          </p:cNvPr>
          <p:cNvSpPr/>
          <p:nvPr/>
        </p:nvSpPr>
        <p:spPr>
          <a:xfrm>
            <a:off x="2400143" y="281195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99181-57BE-D1B0-6300-DB0C558CC29A}"/>
              </a:ext>
            </a:extLst>
          </p:cNvPr>
          <p:cNvSpPr/>
          <p:nvPr/>
        </p:nvSpPr>
        <p:spPr>
          <a:xfrm>
            <a:off x="2400143" y="3423567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86A34-B7AC-27BD-617B-335285FFC5D3}"/>
              </a:ext>
            </a:extLst>
          </p:cNvPr>
          <p:cNvSpPr/>
          <p:nvPr/>
        </p:nvSpPr>
        <p:spPr>
          <a:xfrm>
            <a:off x="1860589" y="3423567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CE355-005A-0915-C339-C0F8E4B85035}"/>
              </a:ext>
            </a:extLst>
          </p:cNvPr>
          <p:cNvSpPr/>
          <p:nvPr/>
        </p:nvSpPr>
        <p:spPr>
          <a:xfrm>
            <a:off x="2400143" y="403518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2A414-67E3-79C4-C0E2-C4533D35067C}"/>
              </a:ext>
            </a:extLst>
          </p:cNvPr>
          <p:cNvSpPr/>
          <p:nvPr/>
        </p:nvSpPr>
        <p:spPr>
          <a:xfrm>
            <a:off x="1860588" y="4035182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4DC707-1BFD-019D-2214-2B37585A9ED0}"/>
              </a:ext>
            </a:extLst>
          </p:cNvPr>
          <p:cNvSpPr/>
          <p:nvPr/>
        </p:nvSpPr>
        <p:spPr>
          <a:xfrm>
            <a:off x="2400142" y="3423567"/>
            <a:ext cx="90064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EE1B7-7A69-C1C0-D81C-BA3BE0A499A3}"/>
              </a:ext>
            </a:extLst>
          </p:cNvPr>
          <p:cNvSpPr/>
          <p:nvPr/>
        </p:nvSpPr>
        <p:spPr>
          <a:xfrm>
            <a:off x="1321033" y="4033185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5EEE37-2BC2-AB5A-D272-2789E0B53F9A}"/>
              </a:ext>
            </a:extLst>
          </p:cNvPr>
          <p:cNvSpPr/>
          <p:nvPr/>
        </p:nvSpPr>
        <p:spPr>
          <a:xfrm>
            <a:off x="1860587" y="4033185"/>
            <a:ext cx="1440197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8C1006-6094-9517-BEDE-A97C211BFCDB}"/>
              </a:ext>
            </a:extLst>
          </p:cNvPr>
          <p:cNvSpPr/>
          <p:nvPr/>
        </p:nvSpPr>
        <p:spPr>
          <a:xfrm>
            <a:off x="2400143" y="4644799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142CD-66BC-A66A-90F4-1F279DDFF4E6}"/>
              </a:ext>
            </a:extLst>
          </p:cNvPr>
          <p:cNvSpPr/>
          <p:nvPr/>
        </p:nvSpPr>
        <p:spPr>
          <a:xfrm>
            <a:off x="1860588" y="464479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27EAB-5476-AD18-DFAD-23A536095156}"/>
              </a:ext>
            </a:extLst>
          </p:cNvPr>
          <p:cNvSpPr/>
          <p:nvPr/>
        </p:nvSpPr>
        <p:spPr>
          <a:xfrm>
            <a:off x="1321033" y="464280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701459-7A8F-7E35-A2C6-F195D7BC3EFE}"/>
              </a:ext>
            </a:extLst>
          </p:cNvPr>
          <p:cNvSpPr/>
          <p:nvPr/>
        </p:nvSpPr>
        <p:spPr>
          <a:xfrm>
            <a:off x="781477" y="464280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9D89A0-17A8-9082-3A78-BA6B75DDB8C3}"/>
              </a:ext>
            </a:extLst>
          </p:cNvPr>
          <p:cNvSpPr/>
          <p:nvPr/>
        </p:nvSpPr>
        <p:spPr>
          <a:xfrm>
            <a:off x="3300785" y="4642803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E5ABC5-6579-BF6A-7AC7-E855C49509A9}"/>
              </a:ext>
            </a:extLst>
          </p:cNvPr>
          <p:cNvSpPr/>
          <p:nvPr/>
        </p:nvSpPr>
        <p:spPr>
          <a:xfrm>
            <a:off x="1321033" y="4642803"/>
            <a:ext cx="197975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4DB67C-02DE-983E-58C5-D90FF499F594}"/>
              </a:ext>
            </a:extLst>
          </p:cNvPr>
          <p:cNvSpPr txBox="1">
            <a:spLocks/>
          </p:cNvSpPr>
          <p:nvPr/>
        </p:nvSpPr>
        <p:spPr>
          <a:xfrm>
            <a:off x="454743" y="1482608"/>
            <a:ext cx="3890798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 err="1"/>
              <a:t>Ihr</a:t>
            </a:r>
            <a:r>
              <a:rPr lang="en-GB" sz="2800" dirty="0"/>
              <a:t> Computer</a:t>
            </a:r>
            <a:endParaRPr lang="de-CH" sz="280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BBFDC67-DBF3-9CE7-444A-8F75985E131D}"/>
              </a:ext>
            </a:extLst>
          </p:cNvPr>
          <p:cNvSpPr txBox="1">
            <a:spLocks/>
          </p:cNvSpPr>
          <p:nvPr/>
        </p:nvSpPr>
        <p:spPr>
          <a:xfrm>
            <a:off x="4803222" y="3919302"/>
            <a:ext cx="1627716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Switch</a:t>
            </a:r>
            <a:endParaRPr lang="de-CH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5F30034-39C5-F0AF-716E-0142A171E4E4}"/>
              </a:ext>
            </a:extLst>
          </p:cNvPr>
          <p:cNvSpPr txBox="1">
            <a:spLocks/>
          </p:cNvSpPr>
          <p:nvPr/>
        </p:nvSpPr>
        <p:spPr>
          <a:xfrm>
            <a:off x="7140518" y="3271418"/>
            <a:ext cx="2275687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Router </a:t>
            </a:r>
            <a:br>
              <a:rPr lang="en-GB" dirty="0"/>
            </a:br>
            <a:r>
              <a:rPr lang="en-GB" dirty="0"/>
              <a:t>(IP-Layer)</a:t>
            </a:r>
            <a:endParaRPr lang="de-CH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D09863-C802-4823-4924-9932D3792B3E}"/>
              </a:ext>
            </a:extLst>
          </p:cNvPr>
          <p:cNvSpPr txBox="1">
            <a:spLocks/>
          </p:cNvSpPr>
          <p:nvPr/>
        </p:nvSpPr>
        <p:spPr>
          <a:xfrm>
            <a:off x="9676826" y="1480943"/>
            <a:ext cx="1627716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/>
              <a:t>Server</a:t>
            </a:r>
            <a:endParaRPr lang="de-CH" sz="28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688056-F851-D0EC-B15D-E1E178954E7F}"/>
              </a:ext>
            </a:extLst>
          </p:cNvPr>
          <p:cNvSpPr/>
          <p:nvPr/>
        </p:nvSpPr>
        <p:spPr>
          <a:xfrm>
            <a:off x="4469023" y="4629053"/>
            <a:ext cx="2200061" cy="56171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1A82F8-1E18-F4F8-24CE-48D5546050DD}"/>
              </a:ext>
            </a:extLst>
          </p:cNvPr>
          <p:cNvSpPr/>
          <p:nvPr/>
        </p:nvSpPr>
        <p:spPr>
          <a:xfrm>
            <a:off x="7023002" y="4033185"/>
            <a:ext cx="2200061" cy="1171332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83F78F-7114-21CC-FA0A-BC9B347C732A}"/>
              </a:ext>
            </a:extLst>
          </p:cNvPr>
          <p:cNvSpPr/>
          <p:nvPr/>
        </p:nvSpPr>
        <p:spPr>
          <a:xfrm>
            <a:off x="9561094" y="2547984"/>
            <a:ext cx="2200061" cy="268048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4149EEA-CA1A-5A86-66F3-57814B3A4200}"/>
              </a:ext>
            </a:extLst>
          </p:cNvPr>
          <p:cNvCxnSpPr>
            <a:cxnSpLocks/>
            <a:stCxn id="43" idx="2"/>
            <a:endCxn id="50" idx="2"/>
          </p:cNvCxnSpPr>
          <p:nvPr/>
        </p:nvCxnSpPr>
        <p:spPr>
          <a:xfrm rot="5400000" flipH="1" flipV="1">
            <a:off x="3364585" y="3868339"/>
            <a:ext cx="162400" cy="2509956"/>
          </a:xfrm>
          <a:prstGeom prst="bentConnector3">
            <a:avLst>
              <a:gd name="adj1" fmla="val -140764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083F78F-7114-21CC-FA0A-BC9B347C732A}"/>
              </a:ext>
            </a:extLst>
          </p:cNvPr>
          <p:cNvSpPr/>
          <p:nvPr/>
        </p:nvSpPr>
        <p:spPr>
          <a:xfrm>
            <a:off x="4594413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E4D4C-DEAB-D778-D589-4CC7D99609CD}"/>
              </a:ext>
            </a:extLst>
          </p:cNvPr>
          <p:cNvSpPr/>
          <p:nvPr/>
        </p:nvSpPr>
        <p:spPr>
          <a:xfrm>
            <a:off x="4883306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35F62C-17D7-D927-8978-3B7765FD01ED}"/>
              </a:ext>
            </a:extLst>
          </p:cNvPr>
          <p:cNvSpPr/>
          <p:nvPr/>
        </p:nvSpPr>
        <p:spPr>
          <a:xfrm>
            <a:off x="5167074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07E82-82B7-9F55-1F08-E2BB82C04915}"/>
              </a:ext>
            </a:extLst>
          </p:cNvPr>
          <p:cNvSpPr/>
          <p:nvPr/>
        </p:nvSpPr>
        <p:spPr>
          <a:xfrm>
            <a:off x="5449923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231CE-45F9-8EAE-F92C-2D16DAADBEDD}"/>
              </a:ext>
            </a:extLst>
          </p:cNvPr>
          <p:cNvSpPr/>
          <p:nvPr/>
        </p:nvSpPr>
        <p:spPr>
          <a:xfrm>
            <a:off x="5743321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A189B9-A63E-813C-A9C8-A89959E4A219}"/>
              </a:ext>
            </a:extLst>
          </p:cNvPr>
          <p:cNvSpPr/>
          <p:nvPr/>
        </p:nvSpPr>
        <p:spPr>
          <a:xfrm>
            <a:off x="6036719" y="4877382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6AF750-4C6A-4ACB-80D5-9A2A975907A7}"/>
              </a:ext>
            </a:extLst>
          </p:cNvPr>
          <p:cNvSpPr/>
          <p:nvPr/>
        </p:nvSpPr>
        <p:spPr>
          <a:xfrm>
            <a:off x="6330117" y="487483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CEF186-E151-A228-8B0B-23C11DA0F285}"/>
              </a:ext>
            </a:extLst>
          </p:cNvPr>
          <p:cNvSpPr/>
          <p:nvPr/>
        </p:nvSpPr>
        <p:spPr>
          <a:xfrm>
            <a:off x="7256487" y="487569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6A6656-1F86-2095-7E4B-642F36E2685E}"/>
              </a:ext>
            </a:extLst>
          </p:cNvPr>
          <p:cNvSpPr/>
          <p:nvPr/>
        </p:nvSpPr>
        <p:spPr>
          <a:xfrm>
            <a:off x="8835204" y="487483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9BD29FE-1A55-829E-5A1F-B9D966F5201E}"/>
              </a:ext>
            </a:extLst>
          </p:cNvPr>
          <p:cNvCxnSpPr>
            <a:cxnSpLocks/>
            <a:stCxn id="26" idx="2"/>
            <a:endCxn id="29" idx="2"/>
          </p:cNvCxnSpPr>
          <p:nvPr/>
        </p:nvCxnSpPr>
        <p:spPr>
          <a:xfrm rot="16200000" flipH="1">
            <a:off x="6899222" y="4576258"/>
            <a:ext cx="860" cy="926370"/>
          </a:xfrm>
          <a:prstGeom prst="bentConnector3">
            <a:avLst>
              <a:gd name="adj1" fmla="val 4742790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DCBAA-5EC6-F845-D96F-13AF00EE8AAD}"/>
              </a:ext>
            </a:extLst>
          </p:cNvPr>
          <p:cNvSpPr/>
          <p:nvPr/>
        </p:nvSpPr>
        <p:spPr>
          <a:xfrm>
            <a:off x="9736750" y="4890892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7675DBF-79F2-321D-62D8-62EE5F61F10D}"/>
              </a:ext>
            </a:extLst>
          </p:cNvPr>
          <p:cNvCxnSpPr>
            <a:cxnSpLocks/>
            <a:stCxn id="30" idx="2"/>
            <a:endCxn id="36" idx="2"/>
          </p:cNvCxnSpPr>
          <p:nvPr/>
        </p:nvCxnSpPr>
        <p:spPr>
          <a:xfrm rot="16200000" flipH="1">
            <a:off x="9384299" y="4596268"/>
            <a:ext cx="16057" cy="901546"/>
          </a:xfrm>
          <a:prstGeom prst="bentConnector3">
            <a:avLst>
              <a:gd name="adj1" fmla="val 247279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85AF7F1-12CC-B159-9DCB-CDAD0E834D3F}"/>
              </a:ext>
            </a:extLst>
          </p:cNvPr>
          <p:cNvCxnSpPr>
            <a:cxnSpLocks/>
            <a:stCxn id="29" idx="0"/>
            <a:endCxn id="30" idx="0"/>
          </p:cNvCxnSpPr>
          <p:nvPr/>
        </p:nvCxnSpPr>
        <p:spPr>
          <a:xfrm rot="5400000" flipH="1" flipV="1">
            <a:off x="8151765" y="4085907"/>
            <a:ext cx="860" cy="1578717"/>
          </a:xfrm>
          <a:prstGeom prst="bentConnector3">
            <a:avLst>
              <a:gd name="adj1" fmla="val 6670290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BC91935-C7D3-9ED3-FACC-C9867BC945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42551" y="4090342"/>
            <a:ext cx="1601100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5BB6D49-019E-114D-605D-F19F42571980}"/>
              </a:ext>
            </a:extLst>
          </p:cNvPr>
          <p:cNvSpPr/>
          <p:nvPr/>
        </p:nvSpPr>
        <p:spPr>
          <a:xfrm>
            <a:off x="5630612" y="4655895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D9E59E-A854-9DC7-B7D7-03FBAA42E5C6}"/>
              </a:ext>
            </a:extLst>
          </p:cNvPr>
          <p:cNvSpPr/>
          <p:nvPr/>
        </p:nvSpPr>
        <p:spPr>
          <a:xfrm>
            <a:off x="5091057" y="465389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4140EE-BF7A-41F0-920B-1BF0269E269A}"/>
              </a:ext>
            </a:extLst>
          </p:cNvPr>
          <p:cNvSpPr/>
          <p:nvPr/>
        </p:nvSpPr>
        <p:spPr>
          <a:xfrm>
            <a:off x="4551502" y="465190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2C37D0-4497-BD28-7FF5-38528A740AE3}"/>
              </a:ext>
            </a:extLst>
          </p:cNvPr>
          <p:cNvSpPr/>
          <p:nvPr/>
        </p:nvSpPr>
        <p:spPr>
          <a:xfrm>
            <a:off x="4011946" y="465190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E88AB3-5ADC-D987-32BE-3B22B7C022E9}"/>
              </a:ext>
            </a:extLst>
          </p:cNvPr>
          <p:cNvSpPr/>
          <p:nvPr/>
        </p:nvSpPr>
        <p:spPr>
          <a:xfrm>
            <a:off x="6531254" y="4653899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F51D51-FF0A-5ECD-C4C9-882F02265565}"/>
              </a:ext>
            </a:extLst>
          </p:cNvPr>
          <p:cNvSpPr/>
          <p:nvPr/>
        </p:nvSpPr>
        <p:spPr>
          <a:xfrm>
            <a:off x="8264391" y="407973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109526C-FB56-23F9-582F-0664CBE01D6B}"/>
              </a:ext>
            </a:extLst>
          </p:cNvPr>
          <p:cNvSpPr/>
          <p:nvPr/>
        </p:nvSpPr>
        <p:spPr>
          <a:xfrm>
            <a:off x="7724836" y="4077736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59B9CB-03E6-062B-15F1-B89C5CC77C1D}"/>
              </a:ext>
            </a:extLst>
          </p:cNvPr>
          <p:cNvSpPr/>
          <p:nvPr/>
        </p:nvSpPr>
        <p:spPr>
          <a:xfrm>
            <a:off x="7185281" y="4075740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A1D5583-FEFE-8899-7AF4-6A51F9475EFE}"/>
              </a:ext>
            </a:extLst>
          </p:cNvPr>
          <p:cNvSpPr/>
          <p:nvPr/>
        </p:nvSpPr>
        <p:spPr>
          <a:xfrm>
            <a:off x="10889982" y="279580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E88AA7-68F2-377D-5649-0DE57E6D4EAE}"/>
              </a:ext>
            </a:extLst>
          </p:cNvPr>
          <p:cNvSpPr/>
          <p:nvPr/>
        </p:nvSpPr>
        <p:spPr>
          <a:xfrm>
            <a:off x="10889982" y="3407417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AEA414-F9DA-573D-6E87-10C584EC368D}"/>
              </a:ext>
            </a:extLst>
          </p:cNvPr>
          <p:cNvSpPr/>
          <p:nvPr/>
        </p:nvSpPr>
        <p:spPr>
          <a:xfrm>
            <a:off x="10350428" y="3407417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DCF3335-1FFA-EA74-671B-64AC62F6FBD8}"/>
              </a:ext>
            </a:extLst>
          </p:cNvPr>
          <p:cNvSpPr/>
          <p:nvPr/>
        </p:nvSpPr>
        <p:spPr>
          <a:xfrm>
            <a:off x="10889982" y="401903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A1C340-87E1-6D69-C025-8146AD0E5274}"/>
              </a:ext>
            </a:extLst>
          </p:cNvPr>
          <p:cNvSpPr/>
          <p:nvPr/>
        </p:nvSpPr>
        <p:spPr>
          <a:xfrm>
            <a:off x="10350427" y="4019032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0B1E82-2420-B3BD-B5BB-697726D08BC5}"/>
              </a:ext>
            </a:extLst>
          </p:cNvPr>
          <p:cNvSpPr/>
          <p:nvPr/>
        </p:nvSpPr>
        <p:spPr>
          <a:xfrm>
            <a:off x="10889981" y="3407417"/>
            <a:ext cx="90064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3E5A4D-1F57-38F6-F625-4077760CC11C}"/>
              </a:ext>
            </a:extLst>
          </p:cNvPr>
          <p:cNvSpPr/>
          <p:nvPr/>
        </p:nvSpPr>
        <p:spPr>
          <a:xfrm>
            <a:off x="9810872" y="4017035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EC95FE-195D-2D12-CEB3-1090DCD7713C}"/>
              </a:ext>
            </a:extLst>
          </p:cNvPr>
          <p:cNvSpPr/>
          <p:nvPr/>
        </p:nvSpPr>
        <p:spPr>
          <a:xfrm>
            <a:off x="10350426" y="4017035"/>
            <a:ext cx="1440197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B31071C-360D-9F92-D24B-C965F7E349D6}"/>
              </a:ext>
            </a:extLst>
          </p:cNvPr>
          <p:cNvSpPr/>
          <p:nvPr/>
        </p:nvSpPr>
        <p:spPr>
          <a:xfrm>
            <a:off x="10889982" y="4628649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1C8E38-1434-344E-11ED-CE404D464CD9}"/>
              </a:ext>
            </a:extLst>
          </p:cNvPr>
          <p:cNvSpPr/>
          <p:nvPr/>
        </p:nvSpPr>
        <p:spPr>
          <a:xfrm>
            <a:off x="10350427" y="462864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9FBF12-A46C-1751-B68A-458C9044C8B1}"/>
              </a:ext>
            </a:extLst>
          </p:cNvPr>
          <p:cNvSpPr/>
          <p:nvPr/>
        </p:nvSpPr>
        <p:spPr>
          <a:xfrm>
            <a:off x="9810872" y="462665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D504B0C-6A53-A579-A2B4-838B57B079CC}"/>
              </a:ext>
            </a:extLst>
          </p:cNvPr>
          <p:cNvSpPr/>
          <p:nvPr/>
        </p:nvSpPr>
        <p:spPr>
          <a:xfrm>
            <a:off x="9271316" y="462665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E806D9-D165-9DF1-AAF5-431DC60BB36F}"/>
              </a:ext>
            </a:extLst>
          </p:cNvPr>
          <p:cNvSpPr/>
          <p:nvPr/>
        </p:nvSpPr>
        <p:spPr>
          <a:xfrm>
            <a:off x="11790624" y="4626653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9FB2A76-3F25-C2B9-9BD7-BDB2218DD528}"/>
              </a:ext>
            </a:extLst>
          </p:cNvPr>
          <p:cNvSpPr/>
          <p:nvPr/>
        </p:nvSpPr>
        <p:spPr>
          <a:xfrm>
            <a:off x="9810872" y="4626653"/>
            <a:ext cx="197975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9E5EB110-6752-A01E-0418-9B14552ECBDD}"/>
              </a:ext>
            </a:extLst>
          </p:cNvPr>
          <p:cNvSpPr txBox="1">
            <a:spLocks/>
          </p:cNvSpPr>
          <p:nvPr/>
        </p:nvSpPr>
        <p:spPr>
          <a:xfrm>
            <a:off x="9125952" y="2666462"/>
            <a:ext cx="2275687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Webserver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3964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autoRev="1" fill="remove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4" grpId="0" animBg="1"/>
      <p:bldP spid="46" grpId="0" animBg="1"/>
      <p:bldP spid="47" grpId="0" animBg="1"/>
      <p:bldP spid="48" grpId="0" animBg="1"/>
      <p:bldP spid="48" grpId="1" animBg="1"/>
      <p:bldP spid="49" grpId="0" animBg="1"/>
      <p:bldP spid="49" grpId="1" animBg="1"/>
      <p:bldP spid="52" grpId="0" animBg="1"/>
      <p:bldP spid="53" grpId="0" animBg="1"/>
      <p:bldP spid="54" grpId="0" animBg="1"/>
      <p:bldP spid="54" grpId="1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218753-C893-9E77-1AA7-C98522234E75}"/>
              </a:ext>
            </a:extLst>
          </p:cNvPr>
          <p:cNvSpPr/>
          <p:nvPr/>
        </p:nvSpPr>
        <p:spPr>
          <a:xfrm>
            <a:off x="639391" y="2021305"/>
            <a:ext cx="6071843" cy="4207615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4821-DF0F-590F-9061-DC865896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70" y="302112"/>
            <a:ext cx="6146418" cy="403500"/>
          </a:xfrm>
        </p:spPr>
        <p:txBody>
          <a:bodyPr/>
          <a:lstStyle/>
          <a:p>
            <a:r>
              <a:rPr lang="en-GB" sz="4000" dirty="0"/>
              <a:t>Local Area Network (LAN)</a:t>
            </a:r>
            <a:endParaRPr lang="de-CH" sz="4000" dirty="0"/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A9B1CEFF-3F19-2DCE-9166-A3C431851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209" y="3271512"/>
            <a:ext cx="1408268" cy="1408268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089ADBBA-8704-D0AA-D887-0F83069C9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0756" y="5092401"/>
            <a:ext cx="914400" cy="914400"/>
          </a:xfrm>
          <a:prstGeom prst="rect">
            <a:avLst/>
          </a:prstGeom>
        </p:spPr>
      </p:pic>
      <p:pic>
        <p:nvPicPr>
          <p:cNvPr id="10" name="Graphic 9" descr="Programmer female outline">
            <a:extLst>
              <a:ext uri="{FF2B5EF4-FFF2-40B4-BE49-F238E27FC236}">
                <a16:creationId xmlns:a16="http://schemas.microsoft.com/office/drawing/2014/main" id="{69D03ADD-9A7C-4131-3A5D-A7E9728F9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7389" y="3805076"/>
            <a:ext cx="1266397" cy="1266397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E9C87FD4-B15A-ACB8-4939-95B55F5044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6161" y="2428388"/>
            <a:ext cx="1047073" cy="104707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8C91FF-A617-1D44-8F5F-AF370C2FB5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6926" y="3716038"/>
            <a:ext cx="987161" cy="98716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88CF23-BAFD-6E72-C502-ECEC374AC811}"/>
              </a:ext>
            </a:extLst>
          </p:cNvPr>
          <p:cNvCxnSpPr>
            <a:stCxn id="13" idx="3"/>
            <a:endCxn id="10" idx="1"/>
          </p:cNvCxnSpPr>
          <p:nvPr/>
        </p:nvCxnSpPr>
        <p:spPr>
          <a:xfrm>
            <a:off x="4374087" y="4209619"/>
            <a:ext cx="773302" cy="22865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A4FF76-33BF-F49B-6D22-007D69C32357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>
            <a:off x="2885156" y="4209619"/>
            <a:ext cx="501770" cy="133998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607B5B-F249-457B-7EEE-4CD0DBA794D3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flipH="1" flipV="1">
            <a:off x="2439477" y="3975646"/>
            <a:ext cx="947449" cy="23397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DAABC-2146-A54B-0150-BB656E21B1C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579698" y="3475461"/>
            <a:ext cx="300809" cy="24057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14AB16-B0A8-C634-CBF2-BF8F34A2942D}"/>
              </a:ext>
            </a:extLst>
          </p:cNvPr>
          <p:cNvGrpSpPr/>
          <p:nvPr/>
        </p:nvGrpSpPr>
        <p:grpSpPr>
          <a:xfrm>
            <a:off x="6040174" y="2227648"/>
            <a:ext cx="1347738" cy="1350937"/>
            <a:chOff x="7736527" y="1344591"/>
            <a:chExt cx="1347738" cy="1350937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AD72A47-9102-9E0F-6125-F8078C4A4097}"/>
                </a:ext>
              </a:extLst>
            </p:cNvPr>
            <p:cNvSpPr/>
            <p:nvPr/>
          </p:nvSpPr>
          <p:spPr>
            <a:xfrm>
              <a:off x="7739643" y="1350906"/>
              <a:ext cx="1344622" cy="1344622"/>
            </a:xfrm>
            <a:prstGeom prst="ellipse">
              <a:avLst/>
            </a:prstGeom>
            <a:solidFill>
              <a:srgbClr val="2929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1C40F16-C1B0-A35B-9F98-C1F9CADA4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36527" y="1344591"/>
              <a:ext cx="1344621" cy="1344621"/>
            </a:xfrm>
            <a:prstGeom prst="rect">
              <a:avLst/>
            </a:prstGeom>
          </p:spPr>
        </p:pic>
      </p:grpSp>
      <p:sp>
        <p:nvSpPr>
          <p:cNvPr id="62" name="Cloud 61">
            <a:extLst>
              <a:ext uri="{FF2B5EF4-FFF2-40B4-BE49-F238E27FC236}">
                <a16:creationId xmlns:a16="http://schemas.microsoft.com/office/drawing/2014/main" id="{39D2FF76-4A57-851A-55AF-C79EC09E04C9}"/>
              </a:ext>
            </a:extLst>
          </p:cNvPr>
          <p:cNvSpPr/>
          <p:nvPr/>
        </p:nvSpPr>
        <p:spPr>
          <a:xfrm>
            <a:off x="7549681" y="907526"/>
            <a:ext cx="4344394" cy="3000678"/>
          </a:xfrm>
          <a:prstGeom prst="clou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1E791A-201A-C77A-6869-59BDA64E786F}"/>
              </a:ext>
            </a:extLst>
          </p:cNvPr>
          <p:cNvSpPr txBox="1"/>
          <p:nvPr/>
        </p:nvSpPr>
        <p:spPr>
          <a:xfrm>
            <a:off x="8373977" y="1884645"/>
            <a:ext cx="25163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 err="1">
                <a:solidFill>
                  <a:schemeClr val="bg1"/>
                </a:solidFill>
              </a:rPr>
              <a:t>Andere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Netzwerke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/ Internet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4E973AF-945E-8312-7975-8495FD168011}"/>
              </a:ext>
            </a:extLst>
          </p:cNvPr>
          <p:cNvCxnSpPr>
            <a:cxnSpLocks/>
            <a:stCxn id="59" idx="1"/>
            <a:endCxn id="13" idx="0"/>
          </p:cNvCxnSpPr>
          <p:nvPr/>
        </p:nvCxnSpPr>
        <p:spPr>
          <a:xfrm flipH="1">
            <a:off x="3880507" y="2899959"/>
            <a:ext cx="2159667" cy="81607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9ECB886-D05E-5714-F125-6AE05C942730}"/>
              </a:ext>
            </a:extLst>
          </p:cNvPr>
          <p:cNvCxnSpPr>
            <a:cxnSpLocks/>
            <a:stCxn id="64" idx="1"/>
            <a:endCxn id="59" idx="3"/>
          </p:cNvCxnSpPr>
          <p:nvPr/>
        </p:nvCxnSpPr>
        <p:spPr>
          <a:xfrm flipH="1">
            <a:off x="7384795" y="2238588"/>
            <a:ext cx="989182" cy="66137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itle 1">
            <a:extLst>
              <a:ext uri="{FF2B5EF4-FFF2-40B4-BE49-F238E27FC236}">
                <a16:creationId xmlns:a16="http://schemas.microsoft.com/office/drawing/2014/main" id="{03C1D4B1-4AFB-C9C4-54EB-34D996004BFF}"/>
              </a:ext>
            </a:extLst>
          </p:cNvPr>
          <p:cNvSpPr txBox="1">
            <a:spLocks/>
          </p:cNvSpPr>
          <p:nvPr/>
        </p:nvSpPr>
        <p:spPr>
          <a:xfrm>
            <a:off x="3266276" y="4717923"/>
            <a:ext cx="2138601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dirty="0"/>
              <a:t>Switch</a:t>
            </a:r>
            <a:endParaRPr lang="de-CH" sz="4000" dirty="0"/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EC7EC951-262A-AD48-920E-9C07A5A61A5F}"/>
              </a:ext>
            </a:extLst>
          </p:cNvPr>
          <p:cNvSpPr txBox="1">
            <a:spLocks/>
          </p:cNvSpPr>
          <p:nvPr/>
        </p:nvSpPr>
        <p:spPr>
          <a:xfrm>
            <a:off x="6782154" y="3638309"/>
            <a:ext cx="2138601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dirty="0"/>
              <a:t>Router</a:t>
            </a:r>
            <a:endParaRPr lang="de-CH" sz="4000" dirty="0"/>
          </a:p>
        </p:txBody>
      </p:sp>
    </p:spTree>
    <p:extLst>
      <p:ext uri="{BB962C8B-B14F-4D97-AF65-F5344CB8AC3E}">
        <p14:creationId xmlns:p14="http://schemas.microsoft.com/office/powerpoint/2010/main" val="60642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4" grpId="0"/>
      <p:bldP spid="8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E0DEAC2-3F50-98D3-8CA9-CBEAFEAC9119}"/>
              </a:ext>
            </a:extLst>
          </p:cNvPr>
          <p:cNvSpPr/>
          <p:nvPr/>
        </p:nvSpPr>
        <p:spPr>
          <a:xfrm>
            <a:off x="639393" y="2547984"/>
            <a:ext cx="3102828" cy="265653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7A6F24-6C5A-64C5-C32D-04F81C23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12" y="152836"/>
            <a:ext cx="5282100" cy="734254"/>
          </a:xfrm>
        </p:spPr>
        <p:txBody>
          <a:bodyPr/>
          <a:lstStyle/>
          <a:p>
            <a:pPr algn="ctr"/>
            <a:r>
              <a:rPr lang="en-GB" sz="4000" dirty="0"/>
              <a:t>TCP-IP </a:t>
            </a:r>
            <a:r>
              <a:rPr lang="en-GB" sz="4000" dirty="0" err="1"/>
              <a:t>Verkehr</a:t>
            </a:r>
            <a:endParaRPr lang="de-CH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9C840-C4B8-879F-22FD-4549BA16C756}"/>
              </a:ext>
            </a:extLst>
          </p:cNvPr>
          <p:cNvSpPr/>
          <p:nvPr/>
        </p:nvSpPr>
        <p:spPr>
          <a:xfrm>
            <a:off x="2400143" y="281195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99181-57BE-D1B0-6300-DB0C558CC29A}"/>
              </a:ext>
            </a:extLst>
          </p:cNvPr>
          <p:cNvSpPr/>
          <p:nvPr/>
        </p:nvSpPr>
        <p:spPr>
          <a:xfrm>
            <a:off x="2400143" y="3423567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86A34-B7AC-27BD-617B-335285FFC5D3}"/>
              </a:ext>
            </a:extLst>
          </p:cNvPr>
          <p:cNvSpPr/>
          <p:nvPr/>
        </p:nvSpPr>
        <p:spPr>
          <a:xfrm>
            <a:off x="1860589" y="3423567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CE355-005A-0915-C339-C0F8E4B85035}"/>
              </a:ext>
            </a:extLst>
          </p:cNvPr>
          <p:cNvSpPr/>
          <p:nvPr/>
        </p:nvSpPr>
        <p:spPr>
          <a:xfrm>
            <a:off x="2400143" y="403518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E2A414-67E3-79C4-C0E2-C4533D35067C}"/>
              </a:ext>
            </a:extLst>
          </p:cNvPr>
          <p:cNvSpPr/>
          <p:nvPr/>
        </p:nvSpPr>
        <p:spPr>
          <a:xfrm>
            <a:off x="1860588" y="4035182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4DC707-1BFD-019D-2214-2B37585A9ED0}"/>
              </a:ext>
            </a:extLst>
          </p:cNvPr>
          <p:cNvSpPr/>
          <p:nvPr/>
        </p:nvSpPr>
        <p:spPr>
          <a:xfrm>
            <a:off x="2400142" y="3423567"/>
            <a:ext cx="90064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EE1B7-7A69-C1C0-D81C-BA3BE0A499A3}"/>
              </a:ext>
            </a:extLst>
          </p:cNvPr>
          <p:cNvSpPr/>
          <p:nvPr/>
        </p:nvSpPr>
        <p:spPr>
          <a:xfrm>
            <a:off x="1321033" y="4033185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5EEE37-2BC2-AB5A-D272-2789E0B53F9A}"/>
              </a:ext>
            </a:extLst>
          </p:cNvPr>
          <p:cNvSpPr/>
          <p:nvPr/>
        </p:nvSpPr>
        <p:spPr>
          <a:xfrm>
            <a:off x="1860587" y="4033185"/>
            <a:ext cx="1440197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8C1006-6094-9517-BEDE-A97C211BFCDB}"/>
              </a:ext>
            </a:extLst>
          </p:cNvPr>
          <p:cNvSpPr/>
          <p:nvPr/>
        </p:nvSpPr>
        <p:spPr>
          <a:xfrm>
            <a:off x="2400143" y="4644799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E142CD-66BC-A66A-90F4-1F279DDFF4E6}"/>
              </a:ext>
            </a:extLst>
          </p:cNvPr>
          <p:cNvSpPr/>
          <p:nvPr/>
        </p:nvSpPr>
        <p:spPr>
          <a:xfrm>
            <a:off x="1860588" y="464479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27EAB-5476-AD18-DFAD-23A536095156}"/>
              </a:ext>
            </a:extLst>
          </p:cNvPr>
          <p:cNvSpPr/>
          <p:nvPr/>
        </p:nvSpPr>
        <p:spPr>
          <a:xfrm>
            <a:off x="1321033" y="464280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701459-7A8F-7E35-A2C6-F195D7BC3EFE}"/>
              </a:ext>
            </a:extLst>
          </p:cNvPr>
          <p:cNvSpPr/>
          <p:nvPr/>
        </p:nvSpPr>
        <p:spPr>
          <a:xfrm>
            <a:off x="781477" y="464280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9D89A0-17A8-9082-3A78-BA6B75DDB8C3}"/>
              </a:ext>
            </a:extLst>
          </p:cNvPr>
          <p:cNvSpPr/>
          <p:nvPr/>
        </p:nvSpPr>
        <p:spPr>
          <a:xfrm>
            <a:off x="3300785" y="4642803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E5ABC5-6579-BF6A-7AC7-E855C49509A9}"/>
              </a:ext>
            </a:extLst>
          </p:cNvPr>
          <p:cNvSpPr/>
          <p:nvPr/>
        </p:nvSpPr>
        <p:spPr>
          <a:xfrm>
            <a:off x="1321033" y="4642803"/>
            <a:ext cx="197975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4DB67C-02DE-983E-58C5-D90FF499F594}"/>
              </a:ext>
            </a:extLst>
          </p:cNvPr>
          <p:cNvSpPr txBox="1">
            <a:spLocks/>
          </p:cNvSpPr>
          <p:nvPr/>
        </p:nvSpPr>
        <p:spPr>
          <a:xfrm>
            <a:off x="454743" y="1482608"/>
            <a:ext cx="3890798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 err="1"/>
              <a:t>Ihr</a:t>
            </a:r>
            <a:r>
              <a:rPr lang="en-GB" sz="2800" dirty="0"/>
              <a:t> Computer</a:t>
            </a:r>
            <a:endParaRPr lang="de-CH" sz="280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BBFDC67-DBF3-9CE7-444A-8F75985E131D}"/>
              </a:ext>
            </a:extLst>
          </p:cNvPr>
          <p:cNvSpPr txBox="1">
            <a:spLocks/>
          </p:cNvSpPr>
          <p:nvPr/>
        </p:nvSpPr>
        <p:spPr>
          <a:xfrm>
            <a:off x="4803222" y="3919302"/>
            <a:ext cx="1627716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Switch</a:t>
            </a:r>
            <a:endParaRPr lang="de-CH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5F30034-39C5-F0AF-716E-0142A171E4E4}"/>
              </a:ext>
            </a:extLst>
          </p:cNvPr>
          <p:cNvSpPr txBox="1">
            <a:spLocks/>
          </p:cNvSpPr>
          <p:nvPr/>
        </p:nvSpPr>
        <p:spPr>
          <a:xfrm>
            <a:off x="7140518" y="3271418"/>
            <a:ext cx="2275687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Router </a:t>
            </a:r>
            <a:br>
              <a:rPr lang="en-GB" dirty="0"/>
            </a:br>
            <a:r>
              <a:rPr lang="en-GB" dirty="0"/>
              <a:t>(IP-Layer)</a:t>
            </a:r>
            <a:endParaRPr lang="de-CH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D09863-C802-4823-4924-9932D3792B3E}"/>
              </a:ext>
            </a:extLst>
          </p:cNvPr>
          <p:cNvSpPr txBox="1">
            <a:spLocks/>
          </p:cNvSpPr>
          <p:nvPr/>
        </p:nvSpPr>
        <p:spPr>
          <a:xfrm>
            <a:off x="9676826" y="1480943"/>
            <a:ext cx="1627716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/>
              <a:t>Server</a:t>
            </a:r>
            <a:endParaRPr lang="de-CH" sz="28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688056-F851-D0EC-B15D-E1E178954E7F}"/>
              </a:ext>
            </a:extLst>
          </p:cNvPr>
          <p:cNvSpPr/>
          <p:nvPr/>
        </p:nvSpPr>
        <p:spPr>
          <a:xfrm>
            <a:off x="4469023" y="4629053"/>
            <a:ext cx="2200061" cy="56171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1A82F8-1E18-F4F8-24CE-48D5546050DD}"/>
              </a:ext>
            </a:extLst>
          </p:cNvPr>
          <p:cNvSpPr/>
          <p:nvPr/>
        </p:nvSpPr>
        <p:spPr>
          <a:xfrm>
            <a:off x="7023002" y="4033185"/>
            <a:ext cx="2200061" cy="1171332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83F78F-7114-21CC-FA0A-BC9B347C732A}"/>
              </a:ext>
            </a:extLst>
          </p:cNvPr>
          <p:cNvSpPr/>
          <p:nvPr/>
        </p:nvSpPr>
        <p:spPr>
          <a:xfrm>
            <a:off x="9561094" y="2547984"/>
            <a:ext cx="2200061" cy="268048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4149EEA-CA1A-5A86-66F3-57814B3A4200}"/>
              </a:ext>
            </a:extLst>
          </p:cNvPr>
          <p:cNvCxnSpPr>
            <a:cxnSpLocks/>
            <a:stCxn id="43" idx="2"/>
            <a:endCxn id="50" idx="2"/>
          </p:cNvCxnSpPr>
          <p:nvPr/>
        </p:nvCxnSpPr>
        <p:spPr>
          <a:xfrm rot="5400000" flipH="1" flipV="1">
            <a:off x="3364585" y="3868339"/>
            <a:ext cx="162400" cy="2509956"/>
          </a:xfrm>
          <a:prstGeom prst="bentConnector3">
            <a:avLst>
              <a:gd name="adj1" fmla="val -140764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083F78F-7114-21CC-FA0A-BC9B347C732A}"/>
              </a:ext>
            </a:extLst>
          </p:cNvPr>
          <p:cNvSpPr/>
          <p:nvPr/>
        </p:nvSpPr>
        <p:spPr>
          <a:xfrm>
            <a:off x="4594413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E4D4C-DEAB-D778-D589-4CC7D99609CD}"/>
              </a:ext>
            </a:extLst>
          </p:cNvPr>
          <p:cNvSpPr/>
          <p:nvPr/>
        </p:nvSpPr>
        <p:spPr>
          <a:xfrm>
            <a:off x="4883306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35F62C-17D7-D927-8978-3B7765FD01ED}"/>
              </a:ext>
            </a:extLst>
          </p:cNvPr>
          <p:cNvSpPr/>
          <p:nvPr/>
        </p:nvSpPr>
        <p:spPr>
          <a:xfrm>
            <a:off x="5167074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07E82-82B7-9F55-1F08-E2BB82C04915}"/>
              </a:ext>
            </a:extLst>
          </p:cNvPr>
          <p:cNvSpPr/>
          <p:nvPr/>
        </p:nvSpPr>
        <p:spPr>
          <a:xfrm>
            <a:off x="5449923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231CE-45F9-8EAE-F92C-2D16DAADBEDD}"/>
              </a:ext>
            </a:extLst>
          </p:cNvPr>
          <p:cNvSpPr/>
          <p:nvPr/>
        </p:nvSpPr>
        <p:spPr>
          <a:xfrm>
            <a:off x="5743321" y="4877939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A189B9-A63E-813C-A9C8-A89959E4A219}"/>
              </a:ext>
            </a:extLst>
          </p:cNvPr>
          <p:cNvSpPr/>
          <p:nvPr/>
        </p:nvSpPr>
        <p:spPr>
          <a:xfrm>
            <a:off x="6036719" y="4877382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6AF750-4C6A-4ACB-80D5-9A2A975907A7}"/>
              </a:ext>
            </a:extLst>
          </p:cNvPr>
          <p:cNvSpPr/>
          <p:nvPr/>
        </p:nvSpPr>
        <p:spPr>
          <a:xfrm>
            <a:off x="6330117" y="487483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CEF186-E151-A228-8B0B-23C11DA0F285}"/>
              </a:ext>
            </a:extLst>
          </p:cNvPr>
          <p:cNvSpPr/>
          <p:nvPr/>
        </p:nvSpPr>
        <p:spPr>
          <a:xfrm>
            <a:off x="7256487" y="487569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6A6656-1F86-2095-7E4B-642F36E2685E}"/>
              </a:ext>
            </a:extLst>
          </p:cNvPr>
          <p:cNvSpPr/>
          <p:nvPr/>
        </p:nvSpPr>
        <p:spPr>
          <a:xfrm>
            <a:off x="8835204" y="4874835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9BD29FE-1A55-829E-5A1F-B9D966F5201E}"/>
              </a:ext>
            </a:extLst>
          </p:cNvPr>
          <p:cNvCxnSpPr>
            <a:cxnSpLocks/>
            <a:stCxn id="26" idx="2"/>
            <a:endCxn id="29" idx="2"/>
          </p:cNvCxnSpPr>
          <p:nvPr/>
        </p:nvCxnSpPr>
        <p:spPr>
          <a:xfrm rot="16200000" flipH="1">
            <a:off x="6899222" y="4576258"/>
            <a:ext cx="860" cy="926370"/>
          </a:xfrm>
          <a:prstGeom prst="bentConnector3">
            <a:avLst>
              <a:gd name="adj1" fmla="val 4742790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DCBAA-5EC6-F845-D96F-13AF00EE8AAD}"/>
              </a:ext>
            </a:extLst>
          </p:cNvPr>
          <p:cNvSpPr/>
          <p:nvPr/>
        </p:nvSpPr>
        <p:spPr>
          <a:xfrm>
            <a:off x="9736750" y="4890892"/>
            <a:ext cx="212699" cy="164178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de-CH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7675DBF-79F2-321D-62D8-62EE5F61F10D}"/>
              </a:ext>
            </a:extLst>
          </p:cNvPr>
          <p:cNvCxnSpPr>
            <a:cxnSpLocks/>
            <a:stCxn id="30" idx="2"/>
            <a:endCxn id="36" idx="2"/>
          </p:cNvCxnSpPr>
          <p:nvPr/>
        </p:nvCxnSpPr>
        <p:spPr>
          <a:xfrm rot="16200000" flipH="1">
            <a:off x="9384299" y="4596268"/>
            <a:ext cx="16057" cy="901546"/>
          </a:xfrm>
          <a:prstGeom prst="bentConnector3">
            <a:avLst>
              <a:gd name="adj1" fmla="val 247279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85AF7F1-12CC-B159-9DCB-CDAD0E834D3F}"/>
              </a:ext>
            </a:extLst>
          </p:cNvPr>
          <p:cNvCxnSpPr>
            <a:cxnSpLocks/>
            <a:stCxn id="29" idx="0"/>
            <a:endCxn id="30" idx="0"/>
          </p:cNvCxnSpPr>
          <p:nvPr/>
        </p:nvCxnSpPr>
        <p:spPr>
          <a:xfrm rot="5400000" flipH="1" flipV="1">
            <a:off x="8151765" y="4085907"/>
            <a:ext cx="860" cy="1578717"/>
          </a:xfrm>
          <a:prstGeom prst="bentConnector3">
            <a:avLst>
              <a:gd name="adj1" fmla="val 66702907"/>
            </a:avLst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BC91935-C7D3-9ED3-FACC-C9867BC945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42551" y="4090342"/>
            <a:ext cx="1601100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5BB6D49-019E-114D-605D-F19F42571980}"/>
              </a:ext>
            </a:extLst>
          </p:cNvPr>
          <p:cNvSpPr/>
          <p:nvPr/>
        </p:nvSpPr>
        <p:spPr>
          <a:xfrm>
            <a:off x="5630612" y="4655895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D9E59E-A854-9DC7-B7D7-03FBAA42E5C6}"/>
              </a:ext>
            </a:extLst>
          </p:cNvPr>
          <p:cNvSpPr/>
          <p:nvPr/>
        </p:nvSpPr>
        <p:spPr>
          <a:xfrm>
            <a:off x="5091057" y="465389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4140EE-BF7A-41F0-920B-1BF0269E269A}"/>
              </a:ext>
            </a:extLst>
          </p:cNvPr>
          <p:cNvSpPr/>
          <p:nvPr/>
        </p:nvSpPr>
        <p:spPr>
          <a:xfrm>
            <a:off x="4551502" y="465190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2C37D0-4497-BD28-7FF5-38528A740AE3}"/>
              </a:ext>
            </a:extLst>
          </p:cNvPr>
          <p:cNvSpPr/>
          <p:nvPr/>
        </p:nvSpPr>
        <p:spPr>
          <a:xfrm>
            <a:off x="4011946" y="465190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E88AB3-5ADC-D987-32BE-3B22B7C022E9}"/>
              </a:ext>
            </a:extLst>
          </p:cNvPr>
          <p:cNvSpPr/>
          <p:nvPr/>
        </p:nvSpPr>
        <p:spPr>
          <a:xfrm>
            <a:off x="6531254" y="4653899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F51D51-FF0A-5ECD-C4C9-882F02265565}"/>
              </a:ext>
            </a:extLst>
          </p:cNvPr>
          <p:cNvSpPr/>
          <p:nvPr/>
        </p:nvSpPr>
        <p:spPr>
          <a:xfrm>
            <a:off x="8264391" y="407973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109526C-FB56-23F9-582F-0664CBE01D6B}"/>
              </a:ext>
            </a:extLst>
          </p:cNvPr>
          <p:cNvSpPr/>
          <p:nvPr/>
        </p:nvSpPr>
        <p:spPr>
          <a:xfrm>
            <a:off x="7724836" y="4077736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59B9CB-03E6-062B-15F1-B89C5CC77C1D}"/>
              </a:ext>
            </a:extLst>
          </p:cNvPr>
          <p:cNvSpPr/>
          <p:nvPr/>
        </p:nvSpPr>
        <p:spPr>
          <a:xfrm>
            <a:off x="7185281" y="4075740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A1D5583-FEFE-8899-7AF4-6A51F9475EFE}"/>
              </a:ext>
            </a:extLst>
          </p:cNvPr>
          <p:cNvSpPr/>
          <p:nvPr/>
        </p:nvSpPr>
        <p:spPr>
          <a:xfrm>
            <a:off x="10889982" y="279580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E88AA7-68F2-377D-5649-0DE57E6D4EAE}"/>
              </a:ext>
            </a:extLst>
          </p:cNvPr>
          <p:cNvSpPr/>
          <p:nvPr/>
        </p:nvSpPr>
        <p:spPr>
          <a:xfrm>
            <a:off x="10889982" y="3407417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AEA414-F9DA-573D-6E87-10C584EC368D}"/>
              </a:ext>
            </a:extLst>
          </p:cNvPr>
          <p:cNvSpPr/>
          <p:nvPr/>
        </p:nvSpPr>
        <p:spPr>
          <a:xfrm>
            <a:off x="10350428" y="3407417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DCF3335-1FFA-EA74-671B-64AC62F6FBD8}"/>
              </a:ext>
            </a:extLst>
          </p:cNvPr>
          <p:cNvSpPr/>
          <p:nvPr/>
        </p:nvSpPr>
        <p:spPr>
          <a:xfrm>
            <a:off x="10889982" y="4019032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A1C340-87E1-6D69-C025-8146AD0E5274}"/>
              </a:ext>
            </a:extLst>
          </p:cNvPr>
          <p:cNvSpPr/>
          <p:nvPr/>
        </p:nvSpPr>
        <p:spPr>
          <a:xfrm>
            <a:off x="10350427" y="4019032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0B1E82-2420-B3BD-B5BB-697726D08BC5}"/>
              </a:ext>
            </a:extLst>
          </p:cNvPr>
          <p:cNvSpPr/>
          <p:nvPr/>
        </p:nvSpPr>
        <p:spPr>
          <a:xfrm>
            <a:off x="10889981" y="3407417"/>
            <a:ext cx="90064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3E5A4D-1F57-38F6-F625-4077760CC11C}"/>
              </a:ext>
            </a:extLst>
          </p:cNvPr>
          <p:cNvSpPr/>
          <p:nvPr/>
        </p:nvSpPr>
        <p:spPr>
          <a:xfrm>
            <a:off x="9810872" y="4017035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EC95FE-195D-2D12-CEB3-1090DCD7713C}"/>
              </a:ext>
            </a:extLst>
          </p:cNvPr>
          <p:cNvSpPr/>
          <p:nvPr/>
        </p:nvSpPr>
        <p:spPr>
          <a:xfrm>
            <a:off x="10350426" y="4017035"/>
            <a:ext cx="1440197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B31071C-360D-9F92-D24B-C965F7E349D6}"/>
              </a:ext>
            </a:extLst>
          </p:cNvPr>
          <p:cNvSpPr/>
          <p:nvPr/>
        </p:nvSpPr>
        <p:spPr>
          <a:xfrm>
            <a:off x="10889982" y="4628649"/>
            <a:ext cx="900642" cy="50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err="1">
                <a:latin typeface="+mj-lt"/>
              </a:rPr>
              <a:t>Daten</a:t>
            </a:r>
            <a:endParaRPr lang="de-CH" sz="800" dirty="0"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1C8E38-1434-344E-11ED-CE404D464CD9}"/>
              </a:ext>
            </a:extLst>
          </p:cNvPr>
          <p:cNvSpPr/>
          <p:nvPr/>
        </p:nvSpPr>
        <p:spPr>
          <a:xfrm>
            <a:off x="10350427" y="4628649"/>
            <a:ext cx="539554" cy="50648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TCP/UDP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9FBF12-A46C-1751-B68A-458C9044C8B1}"/>
              </a:ext>
            </a:extLst>
          </p:cNvPr>
          <p:cNvSpPr/>
          <p:nvPr/>
        </p:nvSpPr>
        <p:spPr>
          <a:xfrm>
            <a:off x="9810872" y="4626653"/>
            <a:ext cx="539554" cy="506489"/>
          </a:xfrm>
          <a:prstGeom prst="rect">
            <a:avLst/>
          </a:prstGeom>
          <a:solidFill>
            <a:srgbClr val="FF9E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IP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D504B0C-6A53-A579-A2B4-838B57B079CC}"/>
              </a:ext>
            </a:extLst>
          </p:cNvPr>
          <p:cNvSpPr/>
          <p:nvPr/>
        </p:nvSpPr>
        <p:spPr>
          <a:xfrm>
            <a:off x="9271316" y="4626653"/>
            <a:ext cx="539554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Ethernet-Frame</a:t>
            </a:r>
            <a:br>
              <a:rPr lang="en-GB" sz="600" dirty="0">
                <a:latin typeface="+mj-lt"/>
              </a:rPr>
            </a:br>
            <a:r>
              <a:rPr lang="en-GB" sz="600" dirty="0">
                <a:latin typeface="+mj-lt"/>
              </a:rPr>
              <a:t>Header</a:t>
            </a:r>
            <a:endParaRPr lang="de-CH" sz="600" dirty="0"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E806D9-D165-9DF1-AAF5-431DC60BB36F}"/>
              </a:ext>
            </a:extLst>
          </p:cNvPr>
          <p:cNvSpPr/>
          <p:nvPr/>
        </p:nvSpPr>
        <p:spPr>
          <a:xfrm>
            <a:off x="11790624" y="4626653"/>
            <a:ext cx="377441" cy="506489"/>
          </a:xfrm>
          <a:prstGeom prst="rect">
            <a:avLst/>
          </a:prstGeom>
          <a:solidFill>
            <a:srgbClr val="D05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latin typeface="+mj-lt"/>
              </a:rPr>
              <a:t>FCS</a:t>
            </a:r>
            <a:endParaRPr lang="de-CH" sz="600" dirty="0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9FB2A76-3F25-C2B9-9BD7-BDB2218DD528}"/>
              </a:ext>
            </a:extLst>
          </p:cNvPr>
          <p:cNvSpPr/>
          <p:nvPr/>
        </p:nvSpPr>
        <p:spPr>
          <a:xfrm>
            <a:off x="9810872" y="4626653"/>
            <a:ext cx="1979752" cy="506489"/>
          </a:xfrm>
          <a:prstGeom prst="rect">
            <a:avLst/>
          </a:prstGeom>
          <a:solidFill>
            <a:srgbClr val="C00000">
              <a:alpha val="2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9E5EB110-6752-A01E-0418-9B14552ECBDD}"/>
              </a:ext>
            </a:extLst>
          </p:cNvPr>
          <p:cNvSpPr txBox="1">
            <a:spLocks/>
          </p:cNvSpPr>
          <p:nvPr/>
        </p:nvSpPr>
        <p:spPr>
          <a:xfrm>
            <a:off x="9125952" y="2666462"/>
            <a:ext cx="2275687" cy="73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dirty="0"/>
              <a:t>Webserver</a:t>
            </a:r>
            <a:endParaRPr lang="de-CH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3B0175-7E03-4887-0E07-809D1AE48165}"/>
              </a:ext>
            </a:extLst>
          </p:cNvPr>
          <p:cNvSpPr/>
          <p:nvPr/>
        </p:nvSpPr>
        <p:spPr>
          <a:xfrm>
            <a:off x="72165" y="1363368"/>
            <a:ext cx="8161266" cy="50257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858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0F1F-DF22-9985-3CB6-F90CE395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02" y="166215"/>
            <a:ext cx="10592760" cy="929487"/>
          </a:xfrm>
        </p:spPr>
        <p:txBody>
          <a:bodyPr/>
          <a:lstStyle/>
          <a:p>
            <a:r>
              <a:rPr lang="en-GB" sz="5400" dirty="0"/>
              <a:t>“LAN-Party”</a:t>
            </a:r>
            <a:endParaRPr lang="de-CH" sz="5400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DABBBD1F-DFB4-659A-C8CF-D2F3728E9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3" y="1196685"/>
            <a:ext cx="5174673" cy="3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5BE06660-0411-81C9-AE34-51181D34D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728" y="2763982"/>
            <a:ext cx="4744527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076046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218753-C893-9E77-1AA7-C98522234E75}"/>
              </a:ext>
            </a:extLst>
          </p:cNvPr>
          <p:cNvSpPr/>
          <p:nvPr/>
        </p:nvSpPr>
        <p:spPr>
          <a:xfrm>
            <a:off x="639391" y="2021305"/>
            <a:ext cx="6071843" cy="4207615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4821-DF0F-590F-9061-DC865896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68" y="475748"/>
            <a:ext cx="6146418" cy="403500"/>
          </a:xfrm>
        </p:spPr>
        <p:txBody>
          <a:bodyPr/>
          <a:lstStyle/>
          <a:p>
            <a:r>
              <a:rPr lang="en-GB" sz="4000" dirty="0"/>
              <a:t>Local Area Network (LAN)</a:t>
            </a:r>
            <a:endParaRPr lang="de-CH" sz="4000" dirty="0"/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A9B1CEFF-3F19-2DCE-9166-A3C431851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209" y="3271512"/>
            <a:ext cx="1408268" cy="1408268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089ADBBA-8704-D0AA-D887-0F83069C9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0756" y="5092401"/>
            <a:ext cx="914400" cy="914400"/>
          </a:xfrm>
          <a:prstGeom prst="rect">
            <a:avLst/>
          </a:prstGeom>
        </p:spPr>
      </p:pic>
      <p:pic>
        <p:nvPicPr>
          <p:cNvPr id="10" name="Graphic 9" descr="Programmer female outline">
            <a:extLst>
              <a:ext uri="{FF2B5EF4-FFF2-40B4-BE49-F238E27FC236}">
                <a16:creationId xmlns:a16="http://schemas.microsoft.com/office/drawing/2014/main" id="{69D03ADD-9A7C-4131-3A5D-A7E9728F9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7389" y="3805076"/>
            <a:ext cx="1266397" cy="1266397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E9C87FD4-B15A-ACB8-4939-95B55F5044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6161" y="2428388"/>
            <a:ext cx="1047073" cy="104707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8C91FF-A617-1D44-8F5F-AF370C2FB5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6926" y="3716038"/>
            <a:ext cx="987161" cy="98716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88CF23-BAFD-6E72-C502-ECEC374AC81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303326" y="4287693"/>
            <a:ext cx="844063" cy="15058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A4FF76-33BF-F49B-6D22-007D69C32357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885156" y="4365465"/>
            <a:ext cx="541482" cy="118413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607B5B-F249-457B-7EEE-4CD0DBA794D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439477" y="3975646"/>
            <a:ext cx="987161" cy="6616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DAABC-2146-A54B-0150-BB656E21B1C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579698" y="3475461"/>
            <a:ext cx="95614" cy="32961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14AB16-B0A8-C634-CBF2-BF8F34A2942D}"/>
              </a:ext>
            </a:extLst>
          </p:cNvPr>
          <p:cNvGrpSpPr/>
          <p:nvPr/>
        </p:nvGrpSpPr>
        <p:grpSpPr>
          <a:xfrm>
            <a:off x="6027812" y="2227648"/>
            <a:ext cx="1347738" cy="1350937"/>
            <a:chOff x="7736527" y="1344591"/>
            <a:chExt cx="1347738" cy="1350937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AD72A47-9102-9E0F-6125-F8078C4A4097}"/>
                </a:ext>
              </a:extLst>
            </p:cNvPr>
            <p:cNvSpPr/>
            <p:nvPr/>
          </p:nvSpPr>
          <p:spPr>
            <a:xfrm>
              <a:off x="7739643" y="1350906"/>
              <a:ext cx="1344622" cy="1344622"/>
            </a:xfrm>
            <a:prstGeom prst="ellipse">
              <a:avLst/>
            </a:prstGeom>
            <a:solidFill>
              <a:srgbClr val="2929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1C40F16-C1B0-A35B-9F98-C1F9CADA4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36527" y="1344591"/>
              <a:ext cx="1344621" cy="1344621"/>
            </a:xfrm>
            <a:prstGeom prst="rect">
              <a:avLst/>
            </a:prstGeom>
          </p:spPr>
        </p:pic>
      </p:grpSp>
      <p:sp>
        <p:nvSpPr>
          <p:cNvPr id="62" name="Cloud 61">
            <a:extLst>
              <a:ext uri="{FF2B5EF4-FFF2-40B4-BE49-F238E27FC236}">
                <a16:creationId xmlns:a16="http://schemas.microsoft.com/office/drawing/2014/main" id="{39D2FF76-4A57-851A-55AF-C79EC09E04C9}"/>
              </a:ext>
            </a:extLst>
          </p:cNvPr>
          <p:cNvSpPr/>
          <p:nvPr/>
        </p:nvSpPr>
        <p:spPr>
          <a:xfrm>
            <a:off x="7537319" y="907526"/>
            <a:ext cx="4344394" cy="3000678"/>
          </a:xfrm>
          <a:prstGeom prst="clou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1E791A-201A-C77A-6869-59BDA64E786F}"/>
              </a:ext>
            </a:extLst>
          </p:cNvPr>
          <p:cNvSpPr txBox="1"/>
          <p:nvPr/>
        </p:nvSpPr>
        <p:spPr>
          <a:xfrm>
            <a:off x="8361615" y="1884645"/>
            <a:ext cx="25163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 err="1">
                <a:solidFill>
                  <a:schemeClr val="bg1"/>
                </a:solidFill>
              </a:rPr>
              <a:t>Andere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Netzwerke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/ Internet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4E973AF-945E-8312-7975-8495FD168011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4151225" y="2899959"/>
            <a:ext cx="1876587" cy="88327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9ECB886-D05E-5714-F125-6AE05C942730}"/>
              </a:ext>
            </a:extLst>
          </p:cNvPr>
          <p:cNvCxnSpPr>
            <a:cxnSpLocks/>
            <a:stCxn id="64" idx="1"/>
            <a:endCxn id="59" idx="3"/>
          </p:cNvCxnSpPr>
          <p:nvPr/>
        </p:nvCxnSpPr>
        <p:spPr>
          <a:xfrm flipH="1">
            <a:off x="7372433" y="2238588"/>
            <a:ext cx="989182" cy="66137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itle 1">
            <a:extLst>
              <a:ext uri="{FF2B5EF4-FFF2-40B4-BE49-F238E27FC236}">
                <a16:creationId xmlns:a16="http://schemas.microsoft.com/office/drawing/2014/main" id="{03C1D4B1-4AFB-C9C4-54EB-34D996004BFF}"/>
              </a:ext>
            </a:extLst>
          </p:cNvPr>
          <p:cNvSpPr txBox="1">
            <a:spLocks/>
          </p:cNvSpPr>
          <p:nvPr/>
        </p:nvSpPr>
        <p:spPr>
          <a:xfrm>
            <a:off x="2856836" y="3443999"/>
            <a:ext cx="2138601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/>
              <a:t>Switch</a:t>
            </a:r>
            <a:endParaRPr lang="de-CH" sz="1800" dirty="0"/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EC7EC951-262A-AD48-920E-9C07A5A61A5F}"/>
              </a:ext>
            </a:extLst>
          </p:cNvPr>
          <p:cNvSpPr txBox="1">
            <a:spLocks/>
          </p:cNvSpPr>
          <p:nvPr/>
        </p:nvSpPr>
        <p:spPr>
          <a:xfrm>
            <a:off x="6769792" y="3638309"/>
            <a:ext cx="2138601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dirty="0"/>
              <a:t>Router</a:t>
            </a:r>
            <a:endParaRPr lang="de-CH" sz="4000" dirty="0"/>
          </a:p>
        </p:txBody>
      </p:sp>
    </p:spTree>
    <p:extLst>
      <p:ext uri="{BB962C8B-B14F-4D97-AF65-F5344CB8AC3E}">
        <p14:creationId xmlns:p14="http://schemas.microsoft.com/office/powerpoint/2010/main" val="113537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4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7DDC-7080-8FA8-CFA9-28953687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28" y="549270"/>
            <a:ext cx="11689657" cy="403500"/>
          </a:xfrm>
        </p:spPr>
        <p:txBody>
          <a:bodyPr/>
          <a:lstStyle/>
          <a:p>
            <a:r>
              <a:rPr lang="en-GB" sz="4400" dirty="0"/>
              <a:t>Ethernet-</a:t>
            </a:r>
            <a:r>
              <a:rPr lang="en-GB" sz="4400" dirty="0" err="1"/>
              <a:t>Netzwerkkabel</a:t>
            </a:r>
            <a:r>
              <a:rPr lang="en-GB" sz="4400" dirty="0"/>
              <a:t> bis </a:t>
            </a:r>
            <a:r>
              <a:rPr lang="en-GB" sz="4400" dirty="0" err="1"/>
              <a:t>zum</a:t>
            </a:r>
            <a:r>
              <a:rPr lang="en-GB" sz="4400" dirty="0"/>
              <a:t> Switch</a:t>
            </a:r>
            <a:endParaRPr lang="de-CH" sz="4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019797-2B4C-89C0-0AEC-A1C3C6A28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60" y="1942140"/>
            <a:ext cx="5964621" cy="447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Greely Shielded Cat6 RJ45 Connectors - 50-Pack Gold Plated RJ45  Cat6/Cat5E/Cat5 8P8C 50 Micron 50u 3 Prong FTP STP Ethernet Cable Crimp  Modular Plug : Amazon.in: Computers &amp; Accessories">
            <a:extLst>
              <a:ext uri="{FF2B5EF4-FFF2-40B4-BE49-F238E27FC236}">
                <a16:creationId xmlns:a16="http://schemas.microsoft.com/office/drawing/2014/main" id="{E699F163-2416-F103-17F4-15A4B8CB6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356" y="2622884"/>
            <a:ext cx="3685846" cy="3685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BDA63EA-623C-E21F-5297-01B01627B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7" t="4688" r="20723"/>
          <a:stretch/>
        </p:blipFill>
        <p:spPr bwMode="auto">
          <a:xfrm flipH="1">
            <a:off x="78827" y="2622883"/>
            <a:ext cx="3949263" cy="368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23D5E8-83AF-8D91-76CF-9E33D45CD880}"/>
              </a:ext>
            </a:extLst>
          </p:cNvPr>
          <p:cNvSpPr txBox="1">
            <a:spLocks/>
          </p:cNvSpPr>
          <p:nvPr/>
        </p:nvSpPr>
        <p:spPr>
          <a:xfrm>
            <a:off x="-300974" y="1780909"/>
            <a:ext cx="4573077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dirty="0"/>
              <a:t>Twisted-Pairs (TP) </a:t>
            </a:r>
            <a:r>
              <a:rPr lang="en-GB" sz="2400" dirty="0" err="1"/>
              <a:t>mit</a:t>
            </a:r>
            <a:r>
              <a:rPr lang="en-GB" sz="2400" dirty="0"/>
              <a:t> </a:t>
            </a:r>
            <a:r>
              <a:rPr lang="en-GB" sz="2400" dirty="0" err="1"/>
              <a:t>unterschiedlich</a:t>
            </a:r>
            <a:r>
              <a:rPr lang="en-GB" sz="2400" dirty="0"/>
              <a:t> </a:t>
            </a:r>
            <a:r>
              <a:rPr lang="en-GB" sz="2400" dirty="0" err="1"/>
              <a:t>vielen</a:t>
            </a:r>
            <a:r>
              <a:rPr lang="en-GB" sz="2400" dirty="0"/>
              <a:t> </a:t>
            </a:r>
            <a:br>
              <a:rPr lang="en-GB" sz="2400" dirty="0"/>
            </a:br>
            <a:r>
              <a:rPr lang="en-GB" sz="2400" dirty="0" err="1"/>
              <a:t>Schirmen</a:t>
            </a:r>
            <a:r>
              <a:rPr lang="en-GB" sz="2400" dirty="0"/>
              <a:t> / </a:t>
            </a:r>
            <a:r>
              <a:rPr lang="en-GB" sz="2400" dirty="0" err="1"/>
              <a:t>Isolationen</a:t>
            </a:r>
            <a:endParaRPr lang="de-CH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E94AF7-18A9-802F-2E7F-04D58D638579}"/>
              </a:ext>
            </a:extLst>
          </p:cNvPr>
          <p:cNvSpPr txBox="1">
            <a:spLocks/>
          </p:cNvSpPr>
          <p:nvPr/>
        </p:nvSpPr>
        <p:spPr>
          <a:xfrm>
            <a:off x="3377109" y="1879011"/>
            <a:ext cx="4573077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dirty="0"/>
              <a:t>RJ45-Stecker</a:t>
            </a:r>
            <a:endParaRPr lang="de-CH" sz="2400" dirty="0"/>
          </a:p>
        </p:txBody>
      </p:sp>
    </p:spTree>
    <p:extLst>
      <p:ext uri="{BB962C8B-B14F-4D97-AF65-F5344CB8AC3E}">
        <p14:creationId xmlns:p14="http://schemas.microsoft.com/office/powerpoint/2010/main" val="331925220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BDD1-A5EE-6F88-DB9F-7D1C413E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38" y="308987"/>
            <a:ext cx="5282100" cy="403500"/>
          </a:xfrm>
        </p:spPr>
        <p:txBody>
          <a:bodyPr/>
          <a:lstStyle/>
          <a:p>
            <a:r>
              <a:rPr lang="en-GB" sz="4000" dirty="0"/>
              <a:t>Kabel </a:t>
            </a:r>
            <a:r>
              <a:rPr lang="en-GB" sz="4000" dirty="0" err="1"/>
              <a:t>crimpen</a:t>
            </a:r>
            <a:r>
              <a:rPr lang="en-GB" sz="4000" dirty="0"/>
              <a:t> 1</a:t>
            </a:r>
            <a:endParaRPr lang="de-CH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38EE5-163C-E789-1E33-2E213809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91" y="901926"/>
            <a:ext cx="6990347" cy="49546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322598-EF44-8F79-5B1F-BEB75D585453}"/>
              </a:ext>
            </a:extLst>
          </p:cNvPr>
          <p:cNvSpPr/>
          <p:nvPr/>
        </p:nvSpPr>
        <p:spPr>
          <a:xfrm>
            <a:off x="1381913" y="796159"/>
            <a:ext cx="1753173" cy="55415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25C48D-46B0-B7C2-B8A9-CF435B322F4E}"/>
              </a:ext>
            </a:extLst>
          </p:cNvPr>
          <p:cNvSpPr/>
          <p:nvPr/>
        </p:nvSpPr>
        <p:spPr>
          <a:xfrm>
            <a:off x="4103991" y="796158"/>
            <a:ext cx="1753173" cy="554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44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D19550-5C26-D3DC-350D-E237D1A9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38" y="281486"/>
            <a:ext cx="5282100" cy="403500"/>
          </a:xfrm>
        </p:spPr>
        <p:txBody>
          <a:bodyPr/>
          <a:lstStyle/>
          <a:p>
            <a:r>
              <a:rPr lang="en-GB" sz="4000" dirty="0"/>
              <a:t>Kabel </a:t>
            </a:r>
            <a:r>
              <a:rPr lang="en-GB" sz="4000" dirty="0" err="1"/>
              <a:t>crimpen</a:t>
            </a:r>
            <a:r>
              <a:rPr lang="en-GB" sz="4000" dirty="0"/>
              <a:t> 2</a:t>
            </a:r>
            <a:endParaRPr lang="de-CH" sz="4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CF36A1-2BD4-78CF-1807-E961B78C2643}"/>
              </a:ext>
            </a:extLst>
          </p:cNvPr>
          <p:cNvGrpSpPr/>
          <p:nvPr/>
        </p:nvGrpSpPr>
        <p:grpSpPr>
          <a:xfrm>
            <a:off x="0" y="1237462"/>
            <a:ext cx="12151340" cy="3884553"/>
            <a:chOff x="964817" y="1306214"/>
            <a:chExt cx="9753600" cy="3118041"/>
          </a:xfrm>
        </p:grpSpPr>
        <p:pic>
          <p:nvPicPr>
            <p:cNvPr id="2050" name="Picture 2" descr="patchkabel-abisolieren">
              <a:extLst>
                <a:ext uri="{FF2B5EF4-FFF2-40B4-BE49-F238E27FC236}">
                  <a16:creationId xmlns:a16="http://schemas.microsoft.com/office/drawing/2014/main" id="{F5F2C8B0-ABA5-0895-2875-0BB53EA6B2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44"/>
            <a:stretch/>
          </p:blipFill>
          <p:spPr bwMode="auto">
            <a:xfrm>
              <a:off x="1794423" y="1306214"/>
              <a:ext cx="7535206" cy="1619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rj45-stecker-crimpen">
              <a:extLst>
                <a:ext uri="{FF2B5EF4-FFF2-40B4-BE49-F238E27FC236}">
                  <a16:creationId xmlns:a16="http://schemas.microsoft.com/office/drawing/2014/main" id="{6D0E5B99-8F17-0122-408D-03AE250BD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817" y="2805005"/>
              <a:ext cx="9753600" cy="1619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650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218753-C893-9E77-1AA7-C98522234E75}"/>
              </a:ext>
            </a:extLst>
          </p:cNvPr>
          <p:cNvSpPr/>
          <p:nvPr/>
        </p:nvSpPr>
        <p:spPr>
          <a:xfrm>
            <a:off x="3666370" y="2007263"/>
            <a:ext cx="6071843" cy="4207615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4821-DF0F-590F-9061-DC865896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68" y="475748"/>
            <a:ext cx="6146418" cy="403500"/>
          </a:xfrm>
        </p:spPr>
        <p:txBody>
          <a:bodyPr/>
          <a:lstStyle/>
          <a:p>
            <a:r>
              <a:rPr lang="en-GB" sz="4000" dirty="0"/>
              <a:t>Local Area Network (LAN)</a:t>
            </a:r>
            <a:endParaRPr lang="de-CH" sz="4000" dirty="0"/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A9B1CEFF-3F19-2DCE-9166-A3C431851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8188" y="3263629"/>
            <a:ext cx="1408268" cy="1408268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089ADBBA-8704-D0AA-D887-0F83069C9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7735" y="5084518"/>
            <a:ext cx="914400" cy="914400"/>
          </a:xfrm>
          <a:prstGeom prst="rect">
            <a:avLst/>
          </a:prstGeom>
        </p:spPr>
      </p:pic>
      <p:pic>
        <p:nvPicPr>
          <p:cNvPr id="10" name="Graphic 9" descr="Programmer female outline">
            <a:extLst>
              <a:ext uri="{FF2B5EF4-FFF2-40B4-BE49-F238E27FC236}">
                <a16:creationId xmlns:a16="http://schemas.microsoft.com/office/drawing/2014/main" id="{69D03ADD-9A7C-4131-3A5D-A7E9728F96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4368" y="3797193"/>
            <a:ext cx="1266397" cy="1266397"/>
          </a:xfrm>
          <a:prstGeom prst="rect">
            <a:avLst/>
          </a:prstGeom>
        </p:spPr>
      </p:pic>
      <p:pic>
        <p:nvPicPr>
          <p:cNvPr id="12" name="Graphic 11" descr="Computer with solid fill">
            <a:extLst>
              <a:ext uri="{FF2B5EF4-FFF2-40B4-BE49-F238E27FC236}">
                <a16:creationId xmlns:a16="http://schemas.microsoft.com/office/drawing/2014/main" id="{E9C87FD4-B15A-ACB8-4939-95B55F5044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83140" y="2420505"/>
            <a:ext cx="1047073" cy="104707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8C91FF-A617-1D44-8F5F-AF370C2FB5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905" y="3708155"/>
            <a:ext cx="987161" cy="98716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88CF23-BAFD-6E72-C502-ECEC374AC81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330305" y="4279810"/>
            <a:ext cx="844063" cy="15058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A4FF76-33BF-F49B-6D22-007D69C32357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912135" y="4357582"/>
            <a:ext cx="541482" cy="118413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607B5B-F249-457B-7EEE-4CD0DBA794D3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5466456" y="3967763"/>
            <a:ext cx="987161" cy="6616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DAABC-2146-A54B-0150-BB656E21B1C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606677" y="3467578"/>
            <a:ext cx="95614" cy="32961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33D370A-6D0F-CA22-71C2-995EEBCEEF63}"/>
              </a:ext>
            </a:extLst>
          </p:cNvPr>
          <p:cNvSpPr txBox="1"/>
          <p:nvPr/>
        </p:nvSpPr>
        <p:spPr>
          <a:xfrm>
            <a:off x="4033112" y="3128339"/>
            <a:ext cx="1670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IP: 192.168.55.2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9BB69D-329E-6195-B65F-7825667DBCEC}"/>
              </a:ext>
            </a:extLst>
          </p:cNvPr>
          <p:cNvSpPr txBox="1"/>
          <p:nvPr/>
        </p:nvSpPr>
        <p:spPr>
          <a:xfrm>
            <a:off x="5703782" y="2180137"/>
            <a:ext cx="1670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IP: 192.168.55.5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4EBB2B-EB03-D65B-1D91-2E6751C3B7A5}"/>
              </a:ext>
            </a:extLst>
          </p:cNvPr>
          <p:cNvSpPr txBox="1"/>
          <p:nvPr/>
        </p:nvSpPr>
        <p:spPr>
          <a:xfrm>
            <a:off x="8029013" y="3592543"/>
            <a:ext cx="1670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IP: 192.168.55.64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75EA72-0CA2-FDC0-93E9-FBF6205C0498}"/>
              </a:ext>
            </a:extLst>
          </p:cNvPr>
          <p:cNvSpPr txBox="1"/>
          <p:nvPr/>
        </p:nvSpPr>
        <p:spPr>
          <a:xfrm>
            <a:off x="4477230" y="4804581"/>
            <a:ext cx="1670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IP: 192.168.55.23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E22A6E-661B-0918-71F4-14322E7D12DD}"/>
              </a:ext>
            </a:extLst>
          </p:cNvPr>
          <p:cNvSpPr txBox="1"/>
          <p:nvPr/>
        </p:nvSpPr>
        <p:spPr>
          <a:xfrm>
            <a:off x="3591795" y="1376311"/>
            <a:ext cx="6146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Netzwerk</a:t>
            </a:r>
            <a:r>
              <a:rPr lang="en-GB" dirty="0">
                <a:solidFill>
                  <a:schemeClr val="bg1"/>
                </a:solidFill>
              </a:rPr>
              <a:t>: 192.168.55.0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Subnet-</a:t>
            </a:r>
            <a:r>
              <a:rPr lang="en-GB" dirty="0" err="1">
                <a:solidFill>
                  <a:schemeClr val="bg1"/>
                </a:solidFill>
              </a:rPr>
              <a:t>Maske</a:t>
            </a:r>
            <a:r>
              <a:rPr lang="en-GB" dirty="0">
                <a:solidFill>
                  <a:schemeClr val="bg1"/>
                </a:solidFill>
              </a:rPr>
              <a:t>: 255.255.255.0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03C1D4B1-4AFB-C9C4-54EB-34D996004BFF}"/>
              </a:ext>
            </a:extLst>
          </p:cNvPr>
          <p:cNvSpPr txBox="1">
            <a:spLocks/>
          </p:cNvSpPr>
          <p:nvPr/>
        </p:nvSpPr>
        <p:spPr>
          <a:xfrm>
            <a:off x="5883815" y="3436116"/>
            <a:ext cx="2138601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/>
              <a:t>Switch</a:t>
            </a:r>
            <a:endParaRPr lang="de-CH" sz="1800" dirty="0"/>
          </a:p>
        </p:txBody>
      </p:sp>
    </p:spTree>
    <p:extLst>
      <p:ext uri="{BB962C8B-B14F-4D97-AF65-F5344CB8AC3E}">
        <p14:creationId xmlns:p14="http://schemas.microsoft.com/office/powerpoint/2010/main" val="293101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7" grpId="0"/>
      <p:bldP spid="38" grpId="0"/>
      <p:bldP spid="63" grpId="0"/>
    </p:bldLst>
  </p:timing>
</p:sld>
</file>

<file path=ppt/theme/theme1.xml><?xml version="1.0" encoding="utf-8"?>
<a:theme xmlns:a="http://schemas.openxmlformats.org/drawingml/2006/main" name="luz">
  <a:themeElements>
    <a:clrScheme name="KAL-FH_W_PPt_d_24.2 1">
      <a:dk1>
        <a:srgbClr val="000000"/>
      </a:dk1>
      <a:lt1>
        <a:srgbClr val="FFFFFF"/>
      </a:lt1>
      <a:dk2>
        <a:srgbClr val="000000"/>
      </a:dk2>
      <a:lt2>
        <a:srgbClr val="292929"/>
      </a:lt2>
      <a:accent1>
        <a:srgbClr val="3F7FD8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1">
      <a:majorFont>
        <a:latin typeface="Noto Sans"/>
        <a:ea typeface=""/>
        <a:cs typeface=""/>
      </a:majorFont>
      <a:minorFont>
        <a:latin typeface="Noto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Sans</vt:lpstr>
      <vt:lpstr>Roboto</vt:lpstr>
      <vt:lpstr>Oswald Medium</vt:lpstr>
      <vt:lpstr>Noto Serif</vt:lpstr>
      <vt:lpstr>Arial</vt:lpstr>
      <vt:lpstr>luz</vt:lpstr>
      <vt:lpstr>TCP-IP Schichtmodell</vt:lpstr>
      <vt:lpstr>TCP-IP Verkehr</vt:lpstr>
      <vt:lpstr>Local Area Network (LAN)</vt:lpstr>
      <vt:lpstr>TCP-IP Verkehr</vt:lpstr>
      <vt:lpstr>“LAN-Party”</vt:lpstr>
      <vt:lpstr>Local Area Network (LAN)</vt:lpstr>
      <vt:lpstr>Ethernet-Netzwerkkabel bis zum Switch</vt:lpstr>
      <vt:lpstr>Kabel crimpen 1</vt:lpstr>
      <vt:lpstr>Kabel crimpen 2</vt:lpstr>
      <vt:lpstr>Local Area Network (LAN)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Chéhab</dc:creator>
  <cp:lastModifiedBy>Marc Chéhab</cp:lastModifiedBy>
  <cp:revision>6</cp:revision>
  <dcterms:modified xsi:type="dcterms:W3CDTF">2023-07-11T11:12:34Z</dcterms:modified>
</cp:coreProperties>
</file>