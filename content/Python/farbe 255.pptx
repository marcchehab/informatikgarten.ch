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4" r:id="rId1"/>
  </p:sldMasterIdLst>
  <p:notesMasterIdLst>
    <p:notesMasterId r:id="rId7"/>
  </p:notesMasterIdLst>
  <p:sldIdLst>
    <p:sldId id="257" r:id="rId2"/>
    <p:sldId id="260" r:id="rId3"/>
    <p:sldId id="258" r:id="rId4"/>
    <p:sldId id="262" r:id="rId5"/>
    <p:sldId id="261" r:id="rId6"/>
  </p:sldIdLst>
  <p:sldSz cx="12192000" cy="6858000"/>
  <p:notesSz cx="6797675" cy="9926638"/>
  <p:embeddedFontLst>
    <p:embeddedFont>
      <p:font typeface="Noto Sans" panose="020B0502040504020204" pitchFamily="34" charset="0"/>
      <p:regular r:id="rId8"/>
      <p:bold r:id="rId9"/>
      <p:italic r:id="rId10"/>
      <p:boldItalic r:id="rId11"/>
    </p:embeddedFont>
    <p:embeddedFont>
      <p:font typeface="Noto Serif" panose="02020600060500020200" pitchFamily="18" charset="0"/>
      <p:regular r:id="rId12"/>
      <p:bold r:id="rId13"/>
      <p:italic r:id="rId14"/>
      <p:boldItalic r:id="rId15"/>
    </p:embeddedFont>
    <p:embeddedFont>
      <p:font typeface="Oswald Medium" pitchFamily="2" charset="0"/>
      <p:regular r:id="rId16"/>
      <p:bold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C1780E-2FE3-49F2-B588-A0D2A39F0F48}" v="204" dt="2023-03-15T13:42:20.1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04" y="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 Chéhab" userId="ffa11e10dcae9352" providerId="LiveId" clId="{3FC1780E-2FE3-49F2-B588-A0D2A39F0F48}"/>
    <pc:docChg chg="undo custSel addSld delSld modSld sldOrd">
      <pc:chgData name="Marc Chéhab" userId="ffa11e10dcae9352" providerId="LiveId" clId="{3FC1780E-2FE3-49F2-B588-A0D2A39F0F48}" dt="2023-03-15T13:42:20.187" v="895"/>
      <pc:docMkLst>
        <pc:docMk/>
      </pc:docMkLst>
      <pc:sldChg chg="del">
        <pc:chgData name="Marc Chéhab" userId="ffa11e10dcae9352" providerId="LiveId" clId="{3FC1780E-2FE3-49F2-B588-A0D2A39F0F48}" dt="2023-03-14T11:31:02.200" v="0" actId="47"/>
        <pc:sldMkLst>
          <pc:docMk/>
          <pc:sldMk cId="484158731" sldId="256"/>
        </pc:sldMkLst>
      </pc:sldChg>
      <pc:sldChg chg="addSp delSp modSp mod ord modAnim">
        <pc:chgData name="Marc Chéhab" userId="ffa11e10dcae9352" providerId="LiveId" clId="{3FC1780E-2FE3-49F2-B588-A0D2A39F0F48}" dt="2023-03-14T11:45:04.804" v="537" actId="1076"/>
        <pc:sldMkLst>
          <pc:docMk/>
          <pc:sldMk cId="2731247413" sldId="257"/>
        </pc:sldMkLst>
        <pc:spChg chg="mod">
          <ac:chgData name="Marc Chéhab" userId="ffa11e10dcae9352" providerId="LiveId" clId="{3FC1780E-2FE3-49F2-B588-A0D2A39F0F48}" dt="2023-03-14T11:44:50.854" v="532" actId="1076"/>
          <ac:spMkLst>
            <pc:docMk/>
            <pc:sldMk cId="2731247413" sldId="257"/>
            <ac:spMk id="2" creationId="{70CBCDF7-CB0E-4EF6-436B-4296500E7155}"/>
          </ac:spMkLst>
        </pc:spChg>
        <pc:spChg chg="add mod">
          <ac:chgData name="Marc Chéhab" userId="ffa11e10dcae9352" providerId="LiveId" clId="{3FC1780E-2FE3-49F2-B588-A0D2A39F0F48}" dt="2023-03-14T11:45:00.185" v="535" actId="1076"/>
          <ac:spMkLst>
            <pc:docMk/>
            <pc:sldMk cId="2731247413" sldId="257"/>
            <ac:spMk id="3" creationId="{40FA9A49-2E28-4EF0-57AE-C0FC71D6C067}"/>
          </ac:spMkLst>
        </pc:spChg>
        <pc:spChg chg="del">
          <ac:chgData name="Marc Chéhab" userId="ffa11e10dcae9352" providerId="LiveId" clId="{3FC1780E-2FE3-49F2-B588-A0D2A39F0F48}" dt="2023-03-14T11:31:16.122" v="3" actId="478"/>
          <ac:spMkLst>
            <pc:docMk/>
            <pc:sldMk cId="2731247413" sldId="257"/>
            <ac:spMk id="3" creationId="{A29E8E31-C743-A3BE-6D2C-A0EFA7863899}"/>
          </ac:spMkLst>
        </pc:spChg>
        <pc:spChg chg="add mod">
          <ac:chgData name="Marc Chéhab" userId="ffa11e10dcae9352" providerId="LiveId" clId="{3FC1780E-2FE3-49F2-B588-A0D2A39F0F48}" dt="2023-03-14T11:45:04.804" v="537" actId="1076"/>
          <ac:spMkLst>
            <pc:docMk/>
            <pc:sldMk cId="2731247413" sldId="257"/>
            <ac:spMk id="4" creationId="{71615152-C51C-7EFC-2138-F564B8D99D04}"/>
          </ac:spMkLst>
        </pc:spChg>
        <pc:spChg chg="del">
          <ac:chgData name="Marc Chéhab" userId="ffa11e10dcae9352" providerId="LiveId" clId="{3FC1780E-2FE3-49F2-B588-A0D2A39F0F48}" dt="2023-03-14T11:31:16.122" v="3" actId="478"/>
          <ac:spMkLst>
            <pc:docMk/>
            <pc:sldMk cId="2731247413" sldId="257"/>
            <ac:spMk id="5" creationId="{F74CC37D-433D-2465-2C5D-121D33A1456D}"/>
          </ac:spMkLst>
        </pc:spChg>
        <pc:spChg chg="del">
          <ac:chgData name="Marc Chéhab" userId="ffa11e10dcae9352" providerId="LiveId" clId="{3FC1780E-2FE3-49F2-B588-A0D2A39F0F48}" dt="2023-03-14T11:31:16.122" v="3" actId="478"/>
          <ac:spMkLst>
            <pc:docMk/>
            <pc:sldMk cId="2731247413" sldId="257"/>
            <ac:spMk id="6" creationId="{BE30E927-ADF0-4050-520B-83D873250617}"/>
          </ac:spMkLst>
        </pc:spChg>
        <pc:spChg chg="del">
          <ac:chgData name="Marc Chéhab" userId="ffa11e10dcae9352" providerId="LiveId" clId="{3FC1780E-2FE3-49F2-B588-A0D2A39F0F48}" dt="2023-03-14T11:31:16.122" v="3" actId="478"/>
          <ac:spMkLst>
            <pc:docMk/>
            <pc:sldMk cId="2731247413" sldId="257"/>
            <ac:spMk id="7" creationId="{D6F6B5C8-4B86-9F7F-152D-206CDA11A41C}"/>
          </ac:spMkLst>
        </pc:spChg>
        <pc:spChg chg="del">
          <ac:chgData name="Marc Chéhab" userId="ffa11e10dcae9352" providerId="LiveId" clId="{3FC1780E-2FE3-49F2-B588-A0D2A39F0F48}" dt="2023-03-14T11:31:16.122" v="3" actId="478"/>
          <ac:spMkLst>
            <pc:docMk/>
            <pc:sldMk cId="2731247413" sldId="257"/>
            <ac:spMk id="8" creationId="{68543BE5-8228-F9F4-6199-43E34AE6FF90}"/>
          </ac:spMkLst>
        </pc:spChg>
        <pc:spChg chg="del">
          <ac:chgData name="Marc Chéhab" userId="ffa11e10dcae9352" providerId="LiveId" clId="{3FC1780E-2FE3-49F2-B588-A0D2A39F0F48}" dt="2023-03-14T11:31:16.122" v="3" actId="478"/>
          <ac:spMkLst>
            <pc:docMk/>
            <pc:sldMk cId="2731247413" sldId="257"/>
            <ac:spMk id="13" creationId="{828EC805-2AFB-1291-FBC4-459E24F40CC0}"/>
          </ac:spMkLst>
        </pc:spChg>
        <pc:spChg chg="del">
          <ac:chgData name="Marc Chéhab" userId="ffa11e10dcae9352" providerId="LiveId" clId="{3FC1780E-2FE3-49F2-B588-A0D2A39F0F48}" dt="2023-03-14T11:31:16.122" v="3" actId="478"/>
          <ac:spMkLst>
            <pc:docMk/>
            <pc:sldMk cId="2731247413" sldId="257"/>
            <ac:spMk id="14" creationId="{D6E75746-7E2A-9E65-2A7B-0DFEA1665548}"/>
          </ac:spMkLst>
        </pc:spChg>
        <pc:spChg chg="del">
          <ac:chgData name="Marc Chéhab" userId="ffa11e10dcae9352" providerId="LiveId" clId="{3FC1780E-2FE3-49F2-B588-A0D2A39F0F48}" dt="2023-03-14T11:31:16.122" v="3" actId="478"/>
          <ac:spMkLst>
            <pc:docMk/>
            <pc:sldMk cId="2731247413" sldId="257"/>
            <ac:spMk id="16" creationId="{EF9B54D6-F595-6F40-166A-22A4A0866E23}"/>
          </ac:spMkLst>
        </pc:spChg>
        <pc:spChg chg="del">
          <ac:chgData name="Marc Chéhab" userId="ffa11e10dcae9352" providerId="LiveId" clId="{3FC1780E-2FE3-49F2-B588-A0D2A39F0F48}" dt="2023-03-14T11:31:16.122" v="3" actId="478"/>
          <ac:spMkLst>
            <pc:docMk/>
            <pc:sldMk cId="2731247413" sldId="257"/>
            <ac:spMk id="22" creationId="{73C22872-592E-EE8C-45EC-F572DF1B51C9}"/>
          </ac:spMkLst>
        </pc:spChg>
        <pc:spChg chg="del">
          <ac:chgData name="Marc Chéhab" userId="ffa11e10dcae9352" providerId="LiveId" clId="{3FC1780E-2FE3-49F2-B588-A0D2A39F0F48}" dt="2023-03-14T11:31:16.122" v="3" actId="478"/>
          <ac:spMkLst>
            <pc:docMk/>
            <pc:sldMk cId="2731247413" sldId="257"/>
            <ac:spMk id="23" creationId="{623DE166-97FB-13F3-23F5-F119DA2C4116}"/>
          </ac:spMkLst>
        </pc:spChg>
        <pc:spChg chg="del">
          <ac:chgData name="Marc Chéhab" userId="ffa11e10dcae9352" providerId="LiveId" clId="{3FC1780E-2FE3-49F2-B588-A0D2A39F0F48}" dt="2023-03-14T11:31:16.122" v="3" actId="478"/>
          <ac:spMkLst>
            <pc:docMk/>
            <pc:sldMk cId="2731247413" sldId="257"/>
            <ac:spMk id="25" creationId="{C6002F2C-7329-E692-F47D-EE3D165608D2}"/>
          </ac:spMkLst>
        </pc:spChg>
        <pc:spChg chg="del">
          <ac:chgData name="Marc Chéhab" userId="ffa11e10dcae9352" providerId="LiveId" clId="{3FC1780E-2FE3-49F2-B588-A0D2A39F0F48}" dt="2023-03-14T11:31:16.122" v="3" actId="478"/>
          <ac:spMkLst>
            <pc:docMk/>
            <pc:sldMk cId="2731247413" sldId="257"/>
            <ac:spMk id="26" creationId="{378916D4-7A90-B660-761D-90213D9DE082}"/>
          </ac:spMkLst>
        </pc:spChg>
        <pc:spChg chg="del">
          <ac:chgData name="Marc Chéhab" userId="ffa11e10dcae9352" providerId="LiveId" clId="{3FC1780E-2FE3-49F2-B588-A0D2A39F0F48}" dt="2023-03-14T11:31:16.122" v="3" actId="478"/>
          <ac:spMkLst>
            <pc:docMk/>
            <pc:sldMk cId="2731247413" sldId="257"/>
            <ac:spMk id="27" creationId="{87B9E9CD-895B-408A-8D2C-0881EEE0C02F}"/>
          </ac:spMkLst>
        </pc:spChg>
        <pc:spChg chg="del">
          <ac:chgData name="Marc Chéhab" userId="ffa11e10dcae9352" providerId="LiveId" clId="{3FC1780E-2FE3-49F2-B588-A0D2A39F0F48}" dt="2023-03-14T11:31:16.122" v="3" actId="478"/>
          <ac:spMkLst>
            <pc:docMk/>
            <pc:sldMk cId="2731247413" sldId="257"/>
            <ac:spMk id="29" creationId="{15C6EB6C-BD78-4C01-6F2B-9A69E42E62F6}"/>
          </ac:spMkLst>
        </pc:spChg>
        <pc:spChg chg="del">
          <ac:chgData name="Marc Chéhab" userId="ffa11e10dcae9352" providerId="LiveId" clId="{3FC1780E-2FE3-49F2-B588-A0D2A39F0F48}" dt="2023-03-14T11:31:16.122" v="3" actId="478"/>
          <ac:spMkLst>
            <pc:docMk/>
            <pc:sldMk cId="2731247413" sldId="257"/>
            <ac:spMk id="30" creationId="{B43BAA10-9586-CC2F-06DC-2D7241CA27EA}"/>
          </ac:spMkLst>
        </pc:spChg>
        <pc:spChg chg="del">
          <ac:chgData name="Marc Chéhab" userId="ffa11e10dcae9352" providerId="LiveId" clId="{3FC1780E-2FE3-49F2-B588-A0D2A39F0F48}" dt="2023-03-14T11:31:16.122" v="3" actId="478"/>
          <ac:spMkLst>
            <pc:docMk/>
            <pc:sldMk cId="2731247413" sldId="257"/>
            <ac:spMk id="31" creationId="{07A71320-CB4F-3889-9CBB-6F674663FC98}"/>
          </ac:spMkLst>
        </pc:spChg>
        <pc:spChg chg="del">
          <ac:chgData name="Marc Chéhab" userId="ffa11e10dcae9352" providerId="LiveId" clId="{3FC1780E-2FE3-49F2-B588-A0D2A39F0F48}" dt="2023-03-14T11:31:16.122" v="3" actId="478"/>
          <ac:spMkLst>
            <pc:docMk/>
            <pc:sldMk cId="2731247413" sldId="257"/>
            <ac:spMk id="33" creationId="{52F47759-7F89-1DA0-F03D-72E7419FB62E}"/>
          </ac:spMkLst>
        </pc:spChg>
        <pc:picChg chg="del">
          <ac:chgData name="Marc Chéhab" userId="ffa11e10dcae9352" providerId="LiveId" clId="{3FC1780E-2FE3-49F2-B588-A0D2A39F0F48}" dt="2023-03-14T11:31:16.122" v="3" actId="478"/>
          <ac:picMkLst>
            <pc:docMk/>
            <pc:sldMk cId="2731247413" sldId="257"/>
            <ac:picMk id="1026" creationId="{C0F9D17B-99C3-F395-DED1-70F8C3B81AE4}"/>
          </ac:picMkLst>
        </pc:picChg>
        <pc:cxnChg chg="del">
          <ac:chgData name="Marc Chéhab" userId="ffa11e10dcae9352" providerId="LiveId" clId="{3FC1780E-2FE3-49F2-B588-A0D2A39F0F48}" dt="2023-03-14T11:31:16.122" v="3" actId="478"/>
          <ac:cxnSpMkLst>
            <pc:docMk/>
            <pc:sldMk cId="2731247413" sldId="257"/>
            <ac:cxnSpMk id="10" creationId="{A1C5BF77-3941-3F37-FC40-29D3A8E62F5C}"/>
          </ac:cxnSpMkLst>
        </pc:cxnChg>
        <pc:cxnChg chg="del">
          <ac:chgData name="Marc Chéhab" userId="ffa11e10dcae9352" providerId="LiveId" clId="{3FC1780E-2FE3-49F2-B588-A0D2A39F0F48}" dt="2023-03-14T11:31:16.122" v="3" actId="478"/>
          <ac:cxnSpMkLst>
            <pc:docMk/>
            <pc:sldMk cId="2731247413" sldId="257"/>
            <ac:cxnSpMk id="12" creationId="{064170D8-A216-D682-59D2-E9C366AD42EF}"/>
          </ac:cxnSpMkLst>
        </pc:cxnChg>
        <pc:cxnChg chg="del">
          <ac:chgData name="Marc Chéhab" userId="ffa11e10dcae9352" providerId="LiveId" clId="{3FC1780E-2FE3-49F2-B588-A0D2A39F0F48}" dt="2023-03-14T11:31:16.122" v="3" actId="478"/>
          <ac:cxnSpMkLst>
            <pc:docMk/>
            <pc:sldMk cId="2731247413" sldId="257"/>
            <ac:cxnSpMk id="15" creationId="{9766E5E4-7370-BB96-F78D-38D64A476EEF}"/>
          </ac:cxnSpMkLst>
        </pc:cxnChg>
        <pc:cxnChg chg="del">
          <ac:chgData name="Marc Chéhab" userId="ffa11e10dcae9352" providerId="LiveId" clId="{3FC1780E-2FE3-49F2-B588-A0D2A39F0F48}" dt="2023-03-14T11:31:16.122" v="3" actId="478"/>
          <ac:cxnSpMkLst>
            <pc:docMk/>
            <pc:sldMk cId="2731247413" sldId="257"/>
            <ac:cxnSpMk id="19" creationId="{80953390-82DD-57FB-1B08-8F3163A5B499}"/>
          </ac:cxnSpMkLst>
        </pc:cxnChg>
        <pc:cxnChg chg="del">
          <ac:chgData name="Marc Chéhab" userId="ffa11e10dcae9352" providerId="LiveId" clId="{3FC1780E-2FE3-49F2-B588-A0D2A39F0F48}" dt="2023-03-14T11:31:16.122" v="3" actId="478"/>
          <ac:cxnSpMkLst>
            <pc:docMk/>
            <pc:sldMk cId="2731247413" sldId="257"/>
            <ac:cxnSpMk id="24" creationId="{2D0ABFC1-A935-FC22-04FC-A5502D2A25B8}"/>
          </ac:cxnSpMkLst>
        </pc:cxnChg>
        <pc:cxnChg chg="del">
          <ac:chgData name="Marc Chéhab" userId="ffa11e10dcae9352" providerId="LiveId" clId="{3FC1780E-2FE3-49F2-B588-A0D2A39F0F48}" dt="2023-03-14T11:31:16.122" v="3" actId="478"/>
          <ac:cxnSpMkLst>
            <pc:docMk/>
            <pc:sldMk cId="2731247413" sldId="257"/>
            <ac:cxnSpMk id="28" creationId="{048BFD55-7265-19CC-C0B7-7F0083962623}"/>
          </ac:cxnSpMkLst>
        </pc:cxnChg>
        <pc:cxnChg chg="del">
          <ac:chgData name="Marc Chéhab" userId="ffa11e10dcae9352" providerId="LiveId" clId="{3FC1780E-2FE3-49F2-B588-A0D2A39F0F48}" dt="2023-03-14T11:31:16.122" v="3" actId="478"/>
          <ac:cxnSpMkLst>
            <pc:docMk/>
            <pc:sldMk cId="2731247413" sldId="257"/>
            <ac:cxnSpMk id="32" creationId="{4C74FDC3-09E4-DC83-5B48-DABD0D757403}"/>
          </ac:cxnSpMkLst>
        </pc:cxnChg>
      </pc:sldChg>
      <pc:sldChg chg="del">
        <pc:chgData name="Marc Chéhab" userId="ffa11e10dcae9352" providerId="LiveId" clId="{3FC1780E-2FE3-49F2-B588-A0D2A39F0F48}" dt="2023-03-14T11:31:02.200" v="0" actId="47"/>
        <pc:sldMkLst>
          <pc:docMk/>
          <pc:sldMk cId="1915952770" sldId="258"/>
        </pc:sldMkLst>
      </pc:sldChg>
      <pc:sldChg chg="addSp delSp modSp new mod modAnim">
        <pc:chgData name="Marc Chéhab" userId="ffa11e10dcae9352" providerId="LiveId" clId="{3FC1780E-2FE3-49F2-B588-A0D2A39F0F48}" dt="2023-03-14T11:35:08.275" v="273"/>
        <pc:sldMkLst>
          <pc:docMk/>
          <pc:sldMk cId="3412093244" sldId="258"/>
        </pc:sldMkLst>
        <pc:spChg chg="del">
          <ac:chgData name="Marc Chéhab" userId="ffa11e10dcae9352" providerId="LiveId" clId="{3FC1780E-2FE3-49F2-B588-A0D2A39F0F48}" dt="2023-03-14T11:31:59.511" v="49" actId="478"/>
          <ac:spMkLst>
            <pc:docMk/>
            <pc:sldMk cId="3412093244" sldId="258"/>
            <ac:spMk id="3" creationId="{9F318B72-444B-023E-D4B6-E06D3D130A46}"/>
          </ac:spMkLst>
        </pc:spChg>
        <pc:spChg chg="del">
          <ac:chgData name="Marc Chéhab" userId="ffa11e10dcae9352" providerId="LiveId" clId="{3FC1780E-2FE3-49F2-B588-A0D2A39F0F48}" dt="2023-03-14T11:32:01.065" v="50" actId="478"/>
          <ac:spMkLst>
            <pc:docMk/>
            <pc:sldMk cId="3412093244" sldId="258"/>
            <ac:spMk id="4" creationId="{FB8ACCF2-D008-7CD4-3304-688814BF552F}"/>
          </ac:spMkLst>
        </pc:spChg>
        <pc:spChg chg="add mod">
          <ac:chgData name="Marc Chéhab" userId="ffa11e10dcae9352" providerId="LiveId" clId="{3FC1780E-2FE3-49F2-B588-A0D2A39F0F48}" dt="2023-03-14T11:34:07.810" v="220" actId="21"/>
          <ac:spMkLst>
            <pc:docMk/>
            <pc:sldMk cId="3412093244" sldId="258"/>
            <ac:spMk id="5" creationId="{F08F749F-29EA-F68D-8C95-7952124B2CF5}"/>
          </ac:spMkLst>
        </pc:spChg>
        <pc:spChg chg="add del">
          <ac:chgData name="Marc Chéhab" userId="ffa11e10dcae9352" providerId="LiveId" clId="{3FC1780E-2FE3-49F2-B588-A0D2A39F0F48}" dt="2023-03-14T11:34:24.411" v="222" actId="22"/>
          <ac:spMkLst>
            <pc:docMk/>
            <pc:sldMk cId="3412093244" sldId="258"/>
            <ac:spMk id="7" creationId="{1CE00094-3B8D-2AF6-1B1E-6CAD9E2D0079}"/>
          </ac:spMkLst>
        </pc:spChg>
        <pc:spChg chg="add del">
          <ac:chgData name="Marc Chéhab" userId="ffa11e10dcae9352" providerId="LiveId" clId="{3FC1780E-2FE3-49F2-B588-A0D2A39F0F48}" dt="2023-03-14T11:34:26.344" v="224" actId="22"/>
          <ac:spMkLst>
            <pc:docMk/>
            <pc:sldMk cId="3412093244" sldId="258"/>
            <ac:spMk id="9" creationId="{EDA60B99-1F56-4FA0-E3BF-E6413D576650}"/>
          </ac:spMkLst>
        </pc:spChg>
        <pc:spChg chg="add mod">
          <ac:chgData name="Marc Chéhab" userId="ffa11e10dcae9352" providerId="LiveId" clId="{3FC1780E-2FE3-49F2-B588-A0D2A39F0F48}" dt="2023-03-14T11:34:47.920" v="270" actId="14100"/>
          <ac:spMkLst>
            <pc:docMk/>
            <pc:sldMk cId="3412093244" sldId="258"/>
            <ac:spMk id="10" creationId="{031227E0-503B-EBFB-8908-121E13AAE46A}"/>
          </ac:spMkLst>
        </pc:spChg>
      </pc:sldChg>
      <pc:sldChg chg="add del">
        <pc:chgData name="Marc Chéhab" userId="ffa11e10dcae9352" providerId="LiveId" clId="{3FC1780E-2FE3-49F2-B588-A0D2A39F0F48}" dt="2023-03-14T11:31:10.252" v="2" actId="47"/>
        <pc:sldMkLst>
          <pc:docMk/>
          <pc:sldMk cId="3701442955" sldId="258"/>
        </pc:sldMkLst>
      </pc:sldChg>
      <pc:sldChg chg="new del">
        <pc:chgData name="Marc Chéhab" userId="ffa11e10dcae9352" providerId="LiveId" clId="{3FC1780E-2FE3-49F2-B588-A0D2A39F0F48}" dt="2023-03-14T11:42:34.519" v="507" actId="47"/>
        <pc:sldMkLst>
          <pc:docMk/>
          <pc:sldMk cId="137383845" sldId="259"/>
        </pc:sldMkLst>
      </pc:sldChg>
      <pc:sldChg chg="del">
        <pc:chgData name="Marc Chéhab" userId="ffa11e10dcae9352" providerId="LiveId" clId="{3FC1780E-2FE3-49F2-B588-A0D2A39F0F48}" dt="2023-03-14T11:31:02.200" v="0" actId="47"/>
        <pc:sldMkLst>
          <pc:docMk/>
          <pc:sldMk cId="1706413985" sldId="259"/>
        </pc:sldMkLst>
      </pc:sldChg>
      <pc:sldChg chg="add">
        <pc:chgData name="Marc Chéhab" userId="ffa11e10dcae9352" providerId="LiveId" clId="{3FC1780E-2FE3-49F2-B588-A0D2A39F0F48}" dt="2023-03-14T11:35:33.206" v="277"/>
        <pc:sldMkLst>
          <pc:docMk/>
          <pc:sldMk cId="500330876" sldId="260"/>
        </pc:sldMkLst>
      </pc:sldChg>
      <pc:sldChg chg="del">
        <pc:chgData name="Marc Chéhab" userId="ffa11e10dcae9352" providerId="LiveId" clId="{3FC1780E-2FE3-49F2-B588-A0D2A39F0F48}" dt="2023-03-14T11:31:02.200" v="0" actId="47"/>
        <pc:sldMkLst>
          <pc:docMk/>
          <pc:sldMk cId="2662405155" sldId="260"/>
        </pc:sldMkLst>
      </pc:sldChg>
      <pc:sldChg chg="addSp delSp modSp add mod delAnim modAnim">
        <pc:chgData name="Marc Chéhab" userId="ffa11e10dcae9352" providerId="LiveId" clId="{3FC1780E-2FE3-49F2-B588-A0D2A39F0F48}" dt="2023-03-15T13:42:20.187" v="895"/>
        <pc:sldMkLst>
          <pc:docMk/>
          <pc:sldMk cId="2605696695" sldId="261"/>
        </pc:sldMkLst>
        <pc:spChg chg="add mod">
          <ac:chgData name="Marc Chéhab" userId="ffa11e10dcae9352" providerId="LiveId" clId="{3FC1780E-2FE3-49F2-B588-A0D2A39F0F48}" dt="2023-03-15T13:41:01.586" v="840" actId="1037"/>
          <ac:spMkLst>
            <pc:docMk/>
            <pc:sldMk cId="2605696695" sldId="261"/>
            <ac:spMk id="2" creationId="{384D3D6B-82B1-56CA-6932-2EE35F2E26D2}"/>
          </ac:spMkLst>
        </pc:spChg>
        <pc:spChg chg="del">
          <ac:chgData name="Marc Chéhab" userId="ffa11e10dcae9352" providerId="LiveId" clId="{3FC1780E-2FE3-49F2-B588-A0D2A39F0F48}" dt="2023-03-14T11:45:56.766" v="557" actId="478"/>
          <ac:spMkLst>
            <pc:docMk/>
            <pc:sldMk cId="2605696695" sldId="261"/>
            <ac:spMk id="2" creationId="{ACB337BC-66C5-8443-9A1B-FAAE381EADAB}"/>
          </ac:spMkLst>
        </pc:spChg>
        <pc:spChg chg="add mod">
          <ac:chgData name="Marc Chéhab" userId="ffa11e10dcae9352" providerId="LiveId" clId="{3FC1780E-2FE3-49F2-B588-A0D2A39F0F48}" dt="2023-03-15T13:41:10.423" v="842" actId="14100"/>
          <ac:spMkLst>
            <pc:docMk/>
            <pc:sldMk cId="2605696695" sldId="261"/>
            <ac:spMk id="3" creationId="{D6B628AF-2748-DB78-B6F0-5C85A9DA6FED}"/>
          </ac:spMkLst>
        </pc:spChg>
        <pc:spChg chg="add mod">
          <ac:chgData name="Marc Chéhab" userId="ffa11e10dcae9352" providerId="LiveId" clId="{3FC1780E-2FE3-49F2-B588-A0D2A39F0F48}" dt="2023-03-15T13:42:07.061" v="894" actId="1076"/>
          <ac:spMkLst>
            <pc:docMk/>
            <pc:sldMk cId="2605696695" sldId="261"/>
            <ac:spMk id="4" creationId="{C4E7B1D2-08E3-7E0F-5FD5-16A4E81CB55F}"/>
          </ac:spMkLst>
        </pc:spChg>
        <pc:spChg chg="mod">
          <ac:chgData name="Marc Chéhab" userId="ffa11e10dcae9352" providerId="LiveId" clId="{3FC1780E-2FE3-49F2-B588-A0D2A39F0F48}" dt="2023-03-15T13:39:28.693" v="800" actId="1076"/>
          <ac:spMkLst>
            <pc:docMk/>
            <pc:sldMk cId="2605696695" sldId="261"/>
            <ac:spMk id="5" creationId="{F08F749F-29EA-F68D-8C95-7952124B2CF5}"/>
          </ac:spMkLst>
        </pc:spChg>
        <pc:spChg chg="del">
          <ac:chgData name="Marc Chéhab" userId="ffa11e10dcae9352" providerId="LiveId" clId="{3FC1780E-2FE3-49F2-B588-A0D2A39F0F48}" dt="2023-03-14T11:45:25.466" v="540" actId="478"/>
          <ac:spMkLst>
            <pc:docMk/>
            <pc:sldMk cId="2605696695" sldId="261"/>
            <ac:spMk id="10" creationId="{031227E0-503B-EBFB-8908-121E13AAE46A}"/>
          </ac:spMkLst>
        </pc:spChg>
      </pc:sldChg>
      <pc:sldChg chg="del">
        <pc:chgData name="Marc Chéhab" userId="ffa11e10dcae9352" providerId="LiveId" clId="{3FC1780E-2FE3-49F2-B588-A0D2A39F0F48}" dt="2023-03-14T11:31:02.200" v="0" actId="47"/>
        <pc:sldMkLst>
          <pc:docMk/>
          <pc:sldMk cId="3100362431" sldId="261"/>
        </pc:sldMkLst>
      </pc:sldChg>
      <pc:sldChg chg="addSp modSp add mod ord modAnim">
        <pc:chgData name="Marc Chéhab" userId="ffa11e10dcae9352" providerId="LiveId" clId="{3FC1780E-2FE3-49F2-B588-A0D2A39F0F48}" dt="2023-03-15T07:38:53.779" v="799" actId="207"/>
        <pc:sldMkLst>
          <pc:docMk/>
          <pc:sldMk cId="1824813356" sldId="262"/>
        </pc:sldMkLst>
        <pc:spChg chg="add mod">
          <ac:chgData name="Marc Chéhab" userId="ffa11e10dcae9352" providerId="LiveId" clId="{3FC1780E-2FE3-49F2-B588-A0D2A39F0F48}" dt="2023-03-15T07:38:53.779" v="799" actId="207"/>
          <ac:spMkLst>
            <pc:docMk/>
            <pc:sldMk cId="1824813356" sldId="262"/>
            <ac:spMk id="2" creationId="{D5E83686-6313-3110-C395-B1F2146B3BA0}"/>
          </ac:spMkLst>
        </pc:spChg>
        <pc:spChg chg="mod">
          <ac:chgData name="Marc Chéhab" userId="ffa11e10dcae9352" providerId="LiveId" clId="{3FC1780E-2FE3-49F2-B588-A0D2A39F0F48}" dt="2023-03-15T07:36:06.861" v="674" actId="207"/>
          <ac:spMkLst>
            <pc:docMk/>
            <pc:sldMk cId="1824813356" sldId="262"/>
            <ac:spMk id="5" creationId="{F08F749F-29EA-F68D-8C95-7952124B2CF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-355600" y="742950"/>
            <a:ext cx="6615113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ftr" idx="11"/>
          </p:nvPr>
        </p:nvSpPr>
        <p:spPr>
          <a:xfrm>
            <a:off x="0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6" name="Google Shape;6;n" descr="logo_kalaidos_sw_d.eps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36021" y="248166"/>
            <a:ext cx="1359535" cy="4411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n"/>
          <p:cNvSpPr txBox="1"/>
          <p:nvPr/>
        </p:nvSpPr>
        <p:spPr>
          <a:xfrm>
            <a:off x="528709" y="248166"/>
            <a:ext cx="4270576" cy="16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CH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Departement Wirtschaft</a:t>
            </a:r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3"/>
            <a:ext cx="2593187" cy="342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CH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Seite </a:t>
            </a:r>
            <a:fld id="{00000000-1234-1234-1234-123412341234}" type="slidenum">
              <a:rPr lang="de-CH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" type="twoObj">
  <p:cSld name="TWO_OBJECTS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>
            <a:spLocks noGrp="1"/>
          </p:cNvSpPr>
          <p:nvPr>
            <p:ph type="title"/>
          </p:nvPr>
        </p:nvSpPr>
        <p:spPr>
          <a:xfrm>
            <a:off x="173894" y="164608"/>
            <a:ext cx="52821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8" name="Google Shape;108;p5"/>
          <p:cNvSpPr txBox="1">
            <a:spLocks noGrp="1"/>
          </p:cNvSpPr>
          <p:nvPr>
            <p:ph type="body" idx="1"/>
          </p:nvPr>
        </p:nvSpPr>
        <p:spPr>
          <a:xfrm>
            <a:off x="334437" y="1557343"/>
            <a:ext cx="5659967" cy="4751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marL="914400" lvl="1" indent="-381000" algn="l">
              <a:spcBef>
                <a:spcPts val="1000"/>
              </a:spcBef>
              <a:spcAft>
                <a:spcPts val="0"/>
              </a:spcAft>
              <a:buSzPts val="2400"/>
              <a:buChar char="▪"/>
              <a:defRPr sz="2400"/>
            </a:lvl2pPr>
            <a:lvl3pPr marL="1371600" lvl="2" indent="-355600" algn="l">
              <a:spcBef>
                <a:spcPts val="10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2"/>
          </p:nvPr>
        </p:nvSpPr>
        <p:spPr>
          <a:xfrm>
            <a:off x="6197603" y="1557343"/>
            <a:ext cx="5659967" cy="4751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marL="914400" lvl="1" indent="-381000" algn="l">
              <a:spcBef>
                <a:spcPts val="1000"/>
              </a:spcBef>
              <a:spcAft>
                <a:spcPts val="0"/>
              </a:spcAft>
              <a:buSzPts val="2400"/>
              <a:buChar char="▪"/>
              <a:defRPr sz="2400"/>
            </a:lvl2pPr>
            <a:lvl3pPr marL="1371600" lvl="2" indent="-355600" algn="l">
              <a:spcBef>
                <a:spcPts val="10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73894" y="164608"/>
            <a:ext cx="52821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600" b="1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728275" y="1109374"/>
            <a:ext cx="10257000" cy="53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Oswald Medium"/>
              <a:buChar char="▪"/>
              <a:defRPr sz="3200" i="0" u="none" strike="noStrike" cap="none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marL="914400" marR="0" lvl="1" indent="-419100" algn="l" rtl="0"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000"/>
              <a:buFont typeface="Oswald Medium"/>
              <a:buChar char="▪"/>
              <a:defRPr sz="3000" i="0" u="none" strike="noStrike" cap="none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marL="1371600" marR="0" lvl="2" indent="-406400" algn="l" rtl="0"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Roboto"/>
              <a:buChar char="▪"/>
              <a:defRPr sz="28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93700" algn="l" rtl="0"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600"/>
              <a:buFont typeface="Roboto"/>
              <a:buChar char="▪"/>
              <a:defRPr sz="26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93700" algn="l" rtl="0"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600"/>
              <a:buFont typeface="Roboto"/>
              <a:buChar char="▪"/>
              <a:defRPr sz="26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937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"/>
              <a:buChar char="▪"/>
              <a:defRPr sz="26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937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"/>
              <a:buChar char="▪"/>
              <a:defRPr sz="26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937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"/>
              <a:buChar char="▪"/>
              <a:defRPr sz="26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937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"/>
              <a:buChar char="▪"/>
              <a:defRPr sz="26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GB" dirty="0" err="1"/>
              <a:t>asda</a:t>
            </a:r>
            <a:endParaRPr dirty="0"/>
          </a:p>
        </p:txBody>
      </p:sp>
      <p:sp>
        <p:nvSpPr>
          <p:cNvPr id="12" name="Google Shape;12;p1"/>
          <p:cNvSpPr/>
          <p:nvPr/>
        </p:nvSpPr>
        <p:spPr>
          <a:xfrm>
            <a:off x="4876800" y="6570281"/>
            <a:ext cx="24384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CH" sz="800" b="1" i="0" u="none" strike="noStrike" cap="none" dirty="0">
                <a:solidFill>
                  <a:srgbClr val="FFD2A4"/>
                </a:solidFill>
                <a:latin typeface="+mn-lt"/>
                <a:ea typeface="Roboto"/>
                <a:cs typeface="Roboto"/>
                <a:sym typeface="Roboto"/>
              </a:rPr>
              <a:t>Folie </a:t>
            </a:r>
            <a:fld id="{00000000-1234-1234-1234-123412341234}" type="slidenum">
              <a:rPr lang="de-CH" sz="800" b="1" i="0" u="none" strike="noStrike" cap="none">
                <a:solidFill>
                  <a:srgbClr val="FFD2A4"/>
                </a:solidFill>
                <a:latin typeface="+mn-lt"/>
                <a:ea typeface="Roboto"/>
                <a:cs typeface="Roboto"/>
                <a:sym typeface="Roboto"/>
              </a:rPr>
              <a:t>‹#›</a:t>
            </a:fld>
            <a:r>
              <a:rPr lang="de-CH" sz="800" b="0" i="0" u="none" strike="noStrike" cap="none" dirty="0">
                <a:solidFill>
                  <a:srgbClr val="FFD2A4"/>
                </a:solidFill>
                <a:latin typeface="+mn-lt"/>
                <a:ea typeface="Roboto"/>
                <a:cs typeface="Roboto"/>
                <a:sym typeface="Roboto"/>
              </a:rPr>
              <a:t> </a:t>
            </a:r>
            <a:br>
              <a:rPr lang="de-CH" sz="800" b="1" i="0" u="none" strike="noStrike" cap="none" dirty="0">
                <a:solidFill>
                  <a:srgbClr val="FFD2A4"/>
                </a:solidFill>
                <a:latin typeface="+mn-lt"/>
                <a:ea typeface="Roboto"/>
                <a:cs typeface="Roboto"/>
                <a:sym typeface="Roboto"/>
              </a:rPr>
            </a:br>
            <a:r>
              <a:rPr lang="de-CH" sz="800" b="1" i="0" u="none" strike="noStrike" cap="none" dirty="0">
                <a:solidFill>
                  <a:srgbClr val="FFD2A4"/>
                </a:solidFill>
                <a:latin typeface="+mn-lt"/>
                <a:ea typeface="Roboto"/>
                <a:cs typeface="Roboto"/>
                <a:sym typeface="Roboto"/>
              </a:rPr>
              <a:t>2022, </a:t>
            </a:r>
            <a:r>
              <a:rPr lang="de-CH" sz="800" b="1" dirty="0">
                <a:solidFill>
                  <a:srgbClr val="FFD2A4"/>
                </a:solidFill>
                <a:latin typeface="+mn-lt"/>
                <a:ea typeface="Roboto"/>
                <a:cs typeface="Roboto"/>
                <a:sym typeface="Roboto"/>
              </a:rPr>
              <a:t>Marc Chéhab</a:t>
            </a:r>
            <a:endParaRPr sz="800" b="0" i="0" u="none" strike="noStrike" cap="none" dirty="0">
              <a:solidFill>
                <a:srgbClr val="FFD2A4"/>
              </a:solidFill>
              <a:latin typeface="+mn-lt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BCDF7-CB0E-4EF6-436B-4296500E7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628" y="495133"/>
            <a:ext cx="5948744" cy="2006140"/>
          </a:xfrm>
        </p:spPr>
        <p:txBody>
          <a:bodyPr/>
          <a:lstStyle/>
          <a:p>
            <a:pPr algn="ctr"/>
            <a:r>
              <a:rPr lang="en-GB" sz="2800" dirty="0" err="1">
                <a:latin typeface="+mj-lt"/>
              </a:rPr>
              <a:t>t.pencolor</a:t>
            </a:r>
            <a:r>
              <a:rPr lang="en-GB" sz="2800" dirty="0">
                <a:latin typeface="+mj-lt"/>
              </a:rPr>
              <a:t>(</a:t>
            </a:r>
            <a:r>
              <a:rPr lang="en-GB" sz="2800" dirty="0" err="1">
                <a:latin typeface="+mj-lt"/>
              </a:rPr>
              <a:t>rot,grün,blau</a:t>
            </a:r>
            <a:r>
              <a:rPr lang="en-GB" sz="2800" dirty="0">
                <a:latin typeface="+mj-lt"/>
              </a:rPr>
              <a:t>)</a:t>
            </a:r>
            <a:br>
              <a:rPr lang="en-GB" sz="2800" dirty="0">
                <a:latin typeface="+mj-lt"/>
              </a:rPr>
            </a:br>
            <a:br>
              <a:rPr lang="en-GB" sz="2800" dirty="0">
                <a:latin typeface="+mj-lt"/>
              </a:rPr>
            </a:br>
            <a:r>
              <a:rPr lang="en-GB" sz="2800" dirty="0">
                <a:latin typeface="+mj-lt"/>
              </a:rPr>
              <a:t>rot, </a:t>
            </a:r>
            <a:r>
              <a:rPr lang="en-GB" sz="2800" dirty="0" err="1">
                <a:latin typeface="+mj-lt"/>
              </a:rPr>
              <a:t>grün</a:t>
            </a:r>
            <a:r>
              <a:rPr lang="en-GB" sz="2800" dirty="0">
                <a:latin typeface="+mj-lt"/>
              </a:rPr>
              <a:t>, </a:t>
            </a:r>
            <a:r>
              <a:rPr lang="en-GB" sz="2800" dirty="0" err="1">
                <a:latin typeface="+mj-lt"/>
              </a:rPr>
              <a:t>blau</a:t>
            </a:r>
            <a:r>
              <a:rPr lang="en-GB" sz="2800" dirty="0">
                <a:latin typeface="+mj-lt"/>
              </a:rPr>
              <a:t> </a:t>
            </a:r>
            <a:r>
              <a:rPr lang="en-GB" sz="2800" dirty="0" err="1">
                <a:latin typeface="+mj-lt"/>
              </a:rPr>
              <a:t>sind</a:t>
            </a:r>
            <a:r>
              <a:rPr lang="en-GB" sz="2800" dirty="0">
                <a:latin typeface="+mj-lt"/>
              </a:rPr>
              <a:t> </a:t>
            </a:r>
            <a:r>
              <a:rPr lang="en-GB" sz="2800" dirty="0" err="1">
                <a:latin typeface="+mj-lt"/>
              </a:rPr>
              <a:t>jeweils</a:t>
            </a:r>
            <a:r>
              <a:rPr lang="en-GB" sz="2800" dirty="0">
                <a:latin typeface="+mj-lt"/>
              </a:rPr>
              <a:t> </a:t>
            </a:r>
            <a:r>
              <a:rPr lang="en-GB" sz="2800" dirty="0" err="1">
                <a:latin typeface="+mj-lt"/>
              </a:rPr>
              <a:t>Zahlen</a:t>
            </a:r>
            <a:r>
              <a:rPr lang="en-GB" sz="2800" dirty="0">
                <a:latin typeface="+mj-lt"/>
              </a:rPr>
              <a:t> von 0 bis 255.</a:t>
            </a:r>
            <a:endParaRPr lang="de-CH" sz="2800" dirty="0">
              <a:latin typeface="+mj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615152-C51C-7EFC-2138-F564B8D99D04}"/>
              </a:ext>
            </a:extLst>
          </p:cNvPr>
          <p:cNvSpPr txBox="1">
            <a:spLocks/>
          </p:cNvSpPr>
          <p:nvPr/>
        </p:nvSpPr>
        <p:spPr>
          <a:xfrm>
            <a:off x="3155114" y="2398762"/>
            <a:ext cx="5948744" cy="326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800" dirty="0">
                <a:latin typeface="+mj-lt"/>
              </a:rPr>
              <a:t>Schwarz </a:t>
            </a:r>
            <a:r>
              <a:rPr lang="en-GB" sz="2800" dirty="0" err="1">
                <a:latin typeface="+mj-lt"/>
              </a:rPr>
              <a:t>ist</a:t>
            </a:r>
            <a:r>
              <a:rPr lang="en-GB" sz="2800" dirty="0">
                <a:latin typeface="+mj-lt"/>
              </a:rPr>
              <a:t> (0,0,0)</a:t>
            </a:r>
            <a:br>
              <a:rPr lang="en-GB" sz="2800" dirty="0">
                <a:latin typeface="+mj-lt"/>
              </a:rPr>
            </a:br>
            <a:r>
              <a:rPr lang="en-GB" sz="2800" dirty="0">
                <a:latin typeface="+mj-lt"/>
              </a:rPr>
              <a:t>Rot </a:t>
            </a:r>
            <a:r>
              <a:rPr lang="en-GB" sz="2800" dirty="0" err="1">
                <a:latin typeface="+mj-lt"/>
              </a:rPr>
              <a:t>ist</a:t>
            </a:r>
            <a:r>
              <a:rPr lang="en-GB" sz="2800" dirty="0">
                <a:latin typeface="+mj-lt"/>
              </a:rPr>
              <a:t> (255,0,0)</a:t>
            </a:r>
            <a:br>
              <a:rPr lang="en-GB" sz="2800" dirty="0">
                <a:latin typeface="+mj-lt"/>
              </a:rPr>
            </a:br>
            <a:r>
              <a:rPr lang="en-GB" sz="2800" dirty="0" err="1">
                <a:latin typeface="+mj-lt"/>
              </a:rPr>
              <a:t>Blau</a:t>
            </a:r>
            <a:r>
              <a:rPr lang="en-GB" sz="2800" dirty="0">
                <a:latin typeface="+mj-lt"/>
              </a:rPr>
              <a:t> </a:t>
            </a:r>
            <a:r>
              <a:rPr lang="en-GB" sz="2800" dirty="0" err="1">
                <a:latin typeface="+mj-lt"/>
              </a:rPr>
              <a:t>ist</a:t>
            </a:r>
            <a:r>
              <a:rPr lang="en-GB" sz="2800" dirty="0">
                <a:latin typeface="+mj-lt"/>
              </a:rPr>
              <a:t> (0,0,255)</a:t>
            </a:r>
            <a:br>
              <a:rPr lang="en-GB" sz="2800" dirty="0">
                <a:latin typeface="+mj-lt"/>
              </a:rPr>
            </a:br>
            <a:endParaRPr lang="en-GB" sz="2800" dirty="0">
              <a:latin typeface="+mj-lt"/>
            </a:endParaRPr>
          </a:p>
          <a:p>
            <a:pPr algn="ctr"/>
            <a:r>
              <a:rPr lang="en-GB" sz="2800" dirty="0">
                <a:latin typeface="+mj-lt"/>
              </a:rPr>
              <a:t>Weiss? Gelb? </a:t>
            </a:r>
            <a:r>
              <a:rPr lang="en-GB" sz="2800" dirty="0" err="1">
                <a:latin typeface="+mj-lt"/>
              </a:rPr>
              <a:t>Grautöne</a:t>
            </a:r>
            <a:r>
              <a:rPr lang="en-GB" sz="2800" dirty="0">
                <a:latin typeface="+mj-lt"/>
              </a:rPr>
              <a:t>?</a:t>
            </a:r>
            <a:endParaRPr lang="de-CH" sz="2800" dirty="0">
              <a:latin typeface="+mj-l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0FA9A49-2E28-4EF0-57AE-C0FC71D6C067}"/>
              </a:ext>
            </a:extLst>
          </p:cNvPr>
          <p:cNvSpPr txBox="1">
            <a:spLocks/>
          </p:cNvSpPr>
          <p:nvPr/>
        </p:nvSpPr>
        <p:spPr>
          <a:xfrm>
            <a:off x="3121628" y="5532188"/>
            <a:ext cx="5948744" cy="552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800" dirty="0" err="1">
                <a:latin typeface="+mj-lt"/>
              </a:rPr>
              <a:t>Wieso</a:t>
            </a:r>
            <a:r>
              <a:rPr lang="en-GB" sz="2800" dirty="0">
                <a:latin typeface="+mj-lt"/>
              </a:rPr>
              <a:t> 255?</a:t>
            </a:r>
            <a:endParaRPr lang="de-CH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3124741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BCDF7-CB0E-4EF6-436B-4296500E7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1014" y="2943103"/>
            <a:ext cx="5282100" cy="403500"/>
          </a:xfrm>
        </p:spPr>
        <p:txBody>
          <a:bodyPr/>
          <a:lstStyle/>
          <a:p>
            <a:pPr algn="ctr"/>
            <a:r>
              <a:rPr lang="en-GB" sz="2800" dirty="0">
                <a:latin typeface="+mj-lt"/>
              </a:rPr>
              <a:t>Der </a:t>
            </a:r>
            <a:r>
              <a:rPr lang="en-GB" sz="2800" dirty="0" err="1">
                <a:latin typeface="+mj-lt"/>
              </a:rPr>
              <a:t>vielleicht</a:t>
            </a:r>
            <a:r>
              <a:rPr lang="en-GB" sz="2800" dirty="0">
                <a:latin typeface="+mj-lt"/>
              </a:rPr>
              <a:t> </a:t>
            </a:r>
            <a:r>
              <a:rPr lang="en-GB" sz="2800" dirty="0" err="1">
                <a:latin typeface="+mj-lt"/>
              </a:rPr>
              <a:t>älteste</a:t>
            </a:r>
            <a:r>
              <a:rPr lang="en-GB" sz="2800" dirty="0">
                <a:latin typeface="+mj-lt"/>
              </a:rPr>
              <a:t> </a:t>
            </a:r>
            <a:r>
              <a:rPr lang="en-GB" sz="2800" dirty="0" err="1">
                <a:latin typeface="+mj-lt"/>
              </a:rPr>
              <a:t>Informatiker-Witz</a:t>
            </a:r>
            <a:endParaRPr lang="de-CH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00330876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37BC-66C5-8443-9A1B-FAAE381EA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08F749F-29EA-F68D-8C95-7952124B2CF5}"/>
              </a:ext>
            </a:extLst>
          </p:cNvPr>
          <p:cNvSpPr txBox="1">
            <a:spLocks/>
          </p:cNvSpPr>
          <p:nvPr/>
        </p:nvSpPr>
        <p:spPr>
          <a:xfrm>
            <a:off x="2008355" y="2151715"/>
            <a:ext cx="8175289" cy="1715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800" dirty="0">
                <a:latin typeface="+mj-lt"/>
              </a:rPr>
              <a:t>Es </a:t>
            </a:r>
            <a:r>
              <a:rPr lang="en-GB" sz="2800" dirty="0" err="1">
                <a:latin typeface="+mj-lt"/>
              </a:rPr>
              <a:t>gibt</a:t>
            </a:r>
            <a:r>
              <a:rPr lang="en-GB" sz="2800" dirty="0">
                <a:latin typeface="+mj-lt"/>
              </a:rPr>
              <a:t> 10 </a:t>
            </a:r>
            <a:r>
              <a:rPr lang="en-GB" sz="2800" dirty="0" err="1">
                <a:latin typeface="+mj-lt"/>
              </a:rPr>
              <a:t>Arten</a:t>
            </a:r>
            <a:r>
              <a:rPr lang="en-GB" sz="2800" dirty="0">
                <a:latin typeface="+mj-lt"/>
              </a:rPr>
              <a:t> von Menschen auf der Welt.</a:t>
            </a:r>
          </a:p>
          <a:p>
            <a:pPr algn="ctr"/>
            <a:endParaRPr lang="en-GB" sz="2800" dirty="0">
              <a:latin typeface="+mj-lt"/>
            </a:endParaRPr>
          </a:p>
          <a:p>
            <a:pPr algn="ctr"/>
            <a:r>
              <a:rPr lang="en-GB" sz="2800" dirty="0">
                <a:latin typeface="+mj-lt"/>
              </a:rPr>
              <a:t>Die, die </a:t>
            </a:r>
            <a:r>
              <a:rPr lang="en-GB" sz="2800" dirty="0" err="1">
                <a:latin typeface="+mj-lt"/>
              </a:rPr>
              <a:t>Binärcode</a:t>
            </a:r>
            <a:r>
              <a:rPr lang="en-GB" sz="2800" dirty="0">
                <a:latin typeface="+mj-lt"/>
              </a:rPr>
              <a:t> verstehen, …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31227E0-503B-EBFB-8908-121E13AAE46A}"/>
              </a:ext>
            </a:extLst>
          </p:cNvPr>
          <p:cNvSpPr txBox="1">
            <a:spLocks/>
          </p:cNvSpPr>
          <p:nvPr/>
        </p:nvSpPr>
        <p:spPr>
          <a:xfrm>
            <a:off x="2008354" y="3735322"/>
            <a:ext cx="8175289" cy="754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800" dirty="0">
                <a:latin typeface="+mj-lt"/>
              </a:rPr>
              <a:t>und die, die </a:t>
            </a:r>
            <a:r>
              <a:rPr lang="en-GB" sz="2800" dirty="0" err="1">
                <a:latin typeface="+mj-lt"/>
              </a:rPr>
              <a:t>ihn</a:t>
            </a:r>
            <a:r>
              <a:rPr lang="en-GB" sz="2800" dirty="0">
                <a:latin typeface="+mj-lt"/>
              </a:rPr>
              <a:t> </a:t>
            </a:r>
            <a:r>
              <a:rPr lang="en-GB" sz="2800" dirty="0" err="1">
                <a:latin typeface="+mj-lt"/>
              </a:rPr>
              <a:t>nicht</a:t>
            </a:r>
            <a:r>
              <a:rPr lang="en-GB" sz="2800" dirty="0">
                <a:latin typeface="+mj-lt"/>
              </a:rPr>
              <a:t> verstehen!</a:t>
            </a:r>
          </a:p>
        </p:txBody>
      </p:sp>
    </p:spTree>
    <p:extLst>
      <p:ext uri="{BB962C8B-B14F-4D97-AF65-F5344CB8AC3E}">
        <p14:creationId xmlns:p14="http://schemas.microsoft.com/office/powerpoint/2010/main" val="341209324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08F749F-29EA-F68D-8C95-7952124B2CF5}"/>
              </a:ext>
            </a:extLst>
          </p:cNvPr>
          <p:cNvSpPr txBox="1">
            <a:spLocks/>
          </p:cNvSpPr>
          <p:nvPr/>
        </p:nvSpPr>
        <p:spPr>
          <a:xfrm>
            <a:off x="2611121" y="1055866"/>
            <a:ext cx="6012121" cy="574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800" dirty="0" err="1">
                <a:latin typeface="+mj-lt"/>
              </a:rPr>
              <a:t>Zählen</a:t>
            </a:r>
            <a:r>
              <a:rPr lang="en-GB" sz="2800" dirty="0">
                <a:latin typeface="+mj-lt"/>
              </a:rPr>
              <a:t> </a:t>
            </a:r>
            <a:r>
              <a:rPr lang="en-GB" sz="2800" dirty="0" err="1">
                <a:latin typeface="+mj-lt"/>
              </a:rPr>
              <a:t>wir</a:t>
            </a:r>
            <a:r>
              <a:rPr lang="en-GB" sz="2800" dirty="0">
                <a:latin typeface="+mj-lt"/>
              </a:rPr>
              <a:t> auf </a:t>
            </a:r>
            <a:r>
              <a:rPr lang="en-GB" sz="2800" dirty="0" err="1">
                <a:solidFill>
                  <a:srgbClr val="00CC00"/>
                </a:solidFill>
                <a:latin typeface="+mj-lt"/>
              </a:rPr>
              <a:t>binär</a:t>
            </a:r>
            <a:r>
              <a:rPr lang="en-GB" sz="2800" dirty="0">
                <a:latin typeface="+mj-lt"/>
              </a:rPr>
              <a:t> und </a:t>
            </a:r>
            <a:r>
              <a:rPr lang="en-GB" sz="2800" dirty="0" err="1">
                <a:solidFill>
                  <a:srgbClr val="FF00FF"/>
                </a:solidFill>
                <a:latin typeface="+mj-lt"/>
              </a:rPr>
              <a:t>dezimal</a:t>
            </a:r>
            <a:endParaRPr lang="en-GB" sz="2800" dirty="0">
              <a:solidFill>
                <a:srgbClr val="FF00FF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E83686-6313-3110-C395-B1F2146B3BA0}"/>
              </a:ext>
            </a:extLst>
          </p:cNvPr>
          <p:cNvSpPr txBox="1">
            <a:spLocks/>
          </p:cNvSpPr>
          <p:nvPr/>
        </p:nvSpPr>
        <p:spPr>
          <a:xfrm>
            <a:off x="3702704" y="1754991"/>
            <a:ext cx="3694503" cy="404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2800" dirty="0">
                <a:solidFill>
                  <a:srgbClr val="00CC00"/>
                </a:solidFill>
                <a:latin typeface="+mj-lt"/>
              </a:rPr>
              <a:t>0         </a:t>
            </a:r>
            <a:r>
              <a:rPr lang="en-GB" sz="2800" dirty="0">
                <a:solidFill>
                  <a:srgbClr val="FF00FF"/>
                </a:solidFill>
                <a:latin typeface="+mj-lt"/>
              </a:rPr>
              <a:t>0</a:t>
            </a:r>
          </a:p>
          <a:p>
            <a:pPr algn="r"/>
            <a:r>
              <a:rPr lang="en-GB" sz="2800" dirty="0">
                <a:solidFill>
                  <a:srgbClr val="00CC00"/>
                </a:solidFill>
                <a:latin typeface="+mj-lt"/>
              </a:rPr>
              <a:t>1         </a:t>
            </a:r>
            <a:r>
              <a:rPr lang="en-GB" sz="2800" dirty="0">
                <a:solidFill>
                  <a:srgbClr val="FF00FF"/>
                </a:solidFill>
                <a:latin typeface="+mj-lt"/>
              </a:rPr>
              <a:t>1</a:t>
            </a:r>
          </a:p>
          <a:p>
            <a:pPr algn="r"/>
            <a:r>
              <a:rPr lang="en-GB" sz="2800" dirty="0">
                <a:solidFill>
                  <a:srgbClr val="00CC00"/>
                </a:solidFill>
                <a:latin typeface="+mj-lt"/>
              </a:rPr>
              <a:t>10         </a:t>
            </a:r>
            <a:r>
              <a:rPr lang="en-GB" sz="2800" dirty="0">
                <a:solidFill>
                  <a:srgbClr val="FF00FF"/>
                </a:solidFill>
                <a:latin typeface="+mj-lt"/>
              </a:rPr>
              <a:t>2</a:t>
            </a:r>
          </a:p>
          <a:p>
            <a:pPr algn="r"/>
            <a:r>
              <a:rPr lang="en-GB" sz="2800" dirty="0">
                <a:solidFill>
                  <a:srgbClr val="00CC00"/>
                </a:solidFill>
                <a:latin typeface="+mj-lt"/>
              </a:rPr>
              <a:t>11         </a:t>
            </a:r>
            <a:r>
              <a:rPr lang="en-GB" sz="2800" dirty="0">
                <a:solidFill>
                  <a:srgbClr val="FF00FF"/>
                </a:solidFill>
                <a:latin typeface="+mj-lt"/>
              </a:rPr>
              <a:t>3</a:t>
            </a:r>
          </a:p>
          <a:p>
            <a:pPr algn="r"/>
            <a:r>
              <a:rPr lang="en-GB" sz="2800" dirty="0">
                <a:solidFill>
                  <a:srgbClr val="00CC00"/>
                </a:solidFill>
                <a:latin typeface="+mj-lt"/>
              </a:rPr>
              <a:t>100         </a:t>
            </a:r>
            <a:r>
              <a:rPr lang="en-GB" sz="2800" dirty="0">
                <a:solidFill>
                  <a:srgbClr val="FF00FF"/>
                </a:solidFill>
                <a:latin typeface="+mj-lt"/>
              </a:rPr>
              <a:t>4</a:t>
            </a:r>
          </a:p>
          <a:p>
            <a:pPr algn="r"/>
            <a:r>
              <a:rPr lang="en-GB" sz="2800" dirty="0">
                <a:solidFill>
                  <a:srgbClr val="00CC00"/>
                </a:solidFill>
                <a:latin typeface="+mj-lt"/>
              </a:rPr>
              <a:t>101         </a:t>
            </a:r>
            <a:r>
              <a:rPr lang="en-GB" sz="2800" dirty="0">
                <a:solidFill>
                  <a:srgbClr val="FF00FF"/>
                </a:solidFill>
                <a:latin typeface="+mj-lt"/>
              </a:rPr>
              <a:t>5</a:t>
            </a:r>
          </a:p>
          <a:p>
            <a:pPr algn="r"/>
            <a:r>
              <a:rPr lang="en-GB" sz="2800" dirty="0">
                <a:solidFill>
                  <a:srgbClr val="00CC00"/>
                </a:solidFill>
                <a:latin typeface="+mj-lt"/>
              </a:rPr>
              <a:t>110         </a:t>
            </a:r>
            <a:r>
              <a:rPr lang="en-GB" sz="2800" dirty="0">
                <a:solidFill>
                  <a:srgbClr val="FF00FF"/>
                </a:solidFill>
                <a:latin typeface="+mj-lt"/>
              </a:rPr>
              <a:t>6</a:t>
            </a:r>
          </a:p>
          <a:p>
            <a:pPr algn="r"/>
            <a:r>
              <a:rPr lang="en-GB" sz="2800" dirty="0">
                <a:solidFill>
                  <a:srgbClr val="00CC00"/>
                </a:solidFill>
                <a:latin typeface="+mj-lt"/>
              </a:rPr>
              <a:t>111         </a:t>
            </a:r>
            <a:r>
              <a:rPr lang="en-GB" sz="2800" dirty="0">
                <a:solidFill>
                  <a:srgbClr val="FF00FF"/>
                </a:solidFill>
                <a:latin typeface="+mj-lt"/>
              </a:rPr>
              <a:t>7</a:t>
            </a:r>
          </a:p>
          <a:p>
            <a:pPr algn="r"/>
            <a:r>
              <a:rPr lang="en-GB" sz="2800" dirty="0">
                <a:solidFill>
                  <a:srgbClr val="00CC00"/>
                </a:solidFill>
                <a:latin typeface="+mj-lt"/>
              </a:rPr>
              <a:t>1000         </a:t>
            </a:r>
            <a:r>
              <a:rPr lang="en-GB" sz="2800" dirty="0">
                <a:solidFill>
                  <a:srgbClr val="FF00FF"/>
                </a:solidFill>
                <a:latin typeface="+mj-lt"/>
              </a:rPr>
              <a:t>8</a:t>
            </a:r>
          </a:p>
          <a:p>
            <a:pPr algn="r"/>
            <a:r>
              <a:rPr lang="en-GB" sz="2800" dirty="0">
                <a:solidFill>
                  <a:schemeClr val="bg1"/>
                </a:solidFill>
                <a:latin typeface="+mj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2481335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08F749F-29EA-F68D-8C95-7952124B2CF5}"/>
              </a:ext>
            </a:extLst>
          </p:cNvPr>
          <p:cNvSpPr txBox="1">
            <a:spLocks/>
          </p:cNvSpPr>
          <p:nvPr/>
        </p:nvSpPr>
        <p:spPr>
          <a:xfrm>
            <a:off x="1971451" y="622248"/>
            <a:ext cx="8175289" cy="2428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800" dirty="0">
                <a:latin typeface="+mj-lt"/>
              </a:rPr>
              <a:t>Also, </a:t>
            </a:r>
            <a:r>
              <a:rPr lang="en-GB" sz="2800" dirty="0" err="1">
                <a:latin typeface="+mj-lt"/>
              </a:rPr>
              <a:t>wieso</a:t>
            </a:r>
            <a:r>
              <a:rPr lang="en-GB" sz="2800" dirty="0">
                <a:latin typeface="+mj-lt"/>
              </a:rPr>
              <a:t> 255?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4D3D6B-82B1-56CA-6932-2EE35F2E26D2}"/>
              </a:ext>
            </a:extLst>
          </p:cNvPr>
          <p:cNvSpPr txBox="1">
            <a:spLocks/>
          </p:cNvSpPr>
          <p:nvPr/>
        </p:nvSpPr>
        <p:spPr>
          <a:xfrm>
            <a:off x="6544317" y="1578162"/>
            <a:ext cx="807786" cy="524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2800" dirty="0">
                <a:solidFill>
                  <a:srgbClr val="FF00FF"/>
                </a:solidFill>
                <a:latin typeface="+mj-lt"/>
              </a:rPr>
              <a:t>255</a:t>
            </a:r>
            <a:endParaRPr lang="en-GB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6B628AF-2748-DB78-B6F0-5C85A9DA6FED}"/>
              </a:ext>
            </a:extLst>
          </p:cNvPr>
          <p:cNvSpPr txBox="1">
            <a:spLocks/>
          </p:cNvSpPr>
          <p:nvPr/>
        </p:nvSpPr>
        <p:spPr>
          <a:xfrm>
            <a:off x="5043552" y="2473254"/>
            <a:ext cx="2063205" cy="524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2800" dirty="0">
                <a:solidFill>
                  <a:srgbClr val="00CC00"/>
                </a:solidFill>
                <a:latin typeface="+mj-lt"/>
              </a:rPr>
              <a:t>1111 1111</a:t>
            </a:r>
            <a:endParaRPr lang="en-GB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4E7B1D2-08E3-7E0F-5FD5-16A4E81CB55F}"/>
              </a:ext>
            </a:extLst>
          </p:cNvPr>
          <p:cNvSpPr txBox="1">
            <a:spLocks/>
          </p:cNvSpPr>
          <p:nvPr/>
        </p:nvSpPr>
        <p:spPr>
          <a:xfrm>
            <a:off x="2119068" y="2310348"/>
            <a:ext cx="8175289" cy="2428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800" dirty="0">
                <a:latin typeface="+mj-lt"/>
              </a:rPr>
              <a:t>8 Bits = 1 Byte</a:t>
            </a:r>
          </a:p>
        </p:txBody>
      </p:sp>
    </p:spTree>
    <p:extLst>
      <p:ext uri="{BB962C8B-B14F-4D97-AF65-F5344CB8AC3E}">
        <p14:creationId xmlns:p14="http://schemas.microsoft.com/office/powerpoint/2010/main" val="260569669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  <p:bldP spid="4" grpId="0"/>
    </p:bldLst>
  </p:timing>
</p:sld>
</file>

<file path=ppt/theme/theme1.xml><?xml version="1.0" encoding="utf-8"?>
<a:theme xmlns:a="http://schemas.openxmlformats.org/drawingml/2006/main" name="luz">
  <a:themeElements>
    <a:clrScheme name="KAL-FH_W_PPt_d_24.2 1">
      <a:dk1>
        <a:srgbClr val="000000"/>
      </a:dk1>
      <a:lt1>
        <a:srgbClr val="FFFFFF"/>
      </a:lt1>
      <a:dk2>
        <a:srgbClr val="000000"/>
      </a:dk2>
      <a:lt2>
        <a:srgbClr val="292929"/>
      </a:lt2>
      <a:accent1>
        <a:srgbClr val="3F7FD8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1">
      <a:majorFont>
        <a:latin typeface="Noto Sans"/>
        <a:ea typeface=""/>
        <a:cs typeface=""/>
      </a:majorFont>
      <a:minorFont>
        <a:latin typeface="Noto Serif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Oswald Medium</vt:lpstr>
      <vt:lpstr>Noto Serif</vt:lpstr>
      <vt:lpstr>Roboto</vt:lpstr>
      <vt:lpstr>Arial</vt:lpstr>
      <vt:lpstr>Noto Sans</vt:lpstr>
      <vt:lpstr>luz</vt:lpstr>
      <vt:lpstr>t.pencolor(rot,grün,blau)  rot, grün, blau sind jeweils Zahlen von 0 bis 255.</vt:lpstr>
      <vt:lpstr>Der vielleicht älteste Informatiker-Witz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Marc Chéhab</cp:lastModifiedBy>
  <cp:revision>3</cp:revision>
  <dcterms:modified xsi:type="dcterms:W3CDTF">2023-03-15T13:42:31Z</dcterms:modified>
</cp:coreProperties>
</file>